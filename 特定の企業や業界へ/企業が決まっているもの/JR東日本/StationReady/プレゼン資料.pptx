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8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AA67F-525D-2442-C13D-99256993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A8E48F-9AB3-E73B-630B-F050C4256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088A2F-7C68-3286-E74D-FB983851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3C3A80-B10B-CB0A-F434-BF96175B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43EDBE-D44F-82EA-C6C3-9803EBA0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77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0CE7B-0929-254D-4774-F47F1748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0390D8-1EB3-C1F5-1183-46C15E958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0F09B3-BD84-7133-697F-1D8F273C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D1DAD1-F580-BA61-2986-A36B37DE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35A8DA-95C3-F4E7-E971-3E7D3CA3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267577-B635-B9FA-E570-1D1EA321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7DB1F2-0BA2-E679-E250-41C748BAC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C89E20-2702-3522-172D-AB10EAE0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23721D-7C46-255F-C693-FD450615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602EA0-9DFF-88BA-F42C-CA0FCE47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72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B70DD-9FAC-4F54-18AF-D0D39C5A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239348-9117-4C13-FB33-786967079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1F995D-A0BC-D8E1-D9C9-0020BA61F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FF5337-99A7-D9C6-BF3C-738C2A08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B2F0C6-1F7C-659D-1938-7101719C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AAC63E-E1C8-3681-1253-5F014C94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98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727970-B03C-3AE4-CC8E-C4E4086D2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BF8722-909F-98E1-C5FB-74D35D755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5638F8-5196-2412-4BEC-C7863661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DE518D-3C87-FD02-84C0-CA9706FD6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61D6E9-01AB-97C9-8F96-A173D7A16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6C1C814-58CE-5954-31E4-68B0F5DC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6CCCB5-6974-32C4-735D-3D4CCF52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3633F5-3F36-65DD-CCBA-2B89269A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82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36DDC-19C8-AF97-4022-ACDDC0CD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0AD0215-83E7-23CA-AE86-B19A099D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B183CB4-A927-4E68-56D6-687B26C0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06F4BC-46ED-5BA3-4DA5-1461151B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51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A1DC8F3-A685-299F-4180-348D832B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9637E2-42A2-3C35-2B78-38AB34E5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61343C-5BB5-C3AB-60F6-2C7F2BFC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27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C606B0-7A70-ADE7-37FE-8508AB7BE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2CB9C0-6C17-69F9-2DB9-3B15E3B47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BFFB04-D6B1-C632-8D6D-76C56F341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B45A36-157C-95A0-E96A-3CB4E78E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6C44A6-5C0F-EB8D-A4C8-5CB4611D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B2227B-147D-0A75-CFC3-10B7FBF8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17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6F4D08-932E-2A89-CE0A-F05617D0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AD7812D-48C3-515B-9233-67EF73628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76B8F3-5F4F-98ED-D6D5-B3B53B07E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7DC6BD-16AA-D438-F380-16639746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F0B662-CB23-E305-4885-7660B1A0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0BA3DA-13DA-2A48-C27C-F743746D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31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188096-8F6F-3881-7702-9090E0E2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94610A-1465-7657-CD1A-5E31FD7D4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4563E-6CF1-F216-4BD1-E873BC4E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49832C-4B35-1425-822C-32518A3E9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A307F-66C5-2658-E95D-4D4A727B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86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647A8A-6833-90F0-A659-696D5982E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7CCA5F-5871-0CA2-7380-B2B3DD817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95342E-DFBA-B7FA-7E77-A44B5A3D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663019-DC80-45FA-A792-8267BE99F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8F46D7-6A13-FAFD-42BD-D82A3567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02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5C2F19-458E-C840-D7F2-758B8D02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3DC623-F94F-DB4E-EB0B-F5D8170FD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33EF3-714F-F766-1EEB-5F35348E2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7C618-648B-44D0-85CF-C4A1DE467C23}" type="datetimeFigureOut">
              <a:rPr kumimoji="1" lang="ja-JP" altLang="en-US" smtClean="0"/>
              <a:t>2025/10/6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35472E-4B4A-C341-1E47-4A7CEE6A8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18878A-2F03-9709-71E0-74E2EB102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867F0-4076-41DC-8BE8-20013DA8FA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295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70450D-AFB3-CA0B-F55E-41B7BED482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Mode change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880EE4-E3F8-2160-8041-F69A93270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山本疾風</a:t>
            </a:r>
          </a:p>
        </p:txBody>
      </p:sp>
    </p:spTree>
    <p:extLst>
      <p:ext uri="{BB962C8B-B14F-4D97-AF65-F5344CB8AC3E}">
        <p14:creationId xmlns:p14="http://schemas.microsoft.com/office/powerpoint/2010/main" val="316596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7C5F3-9F81-0834-DB82-A1353F6D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61F115-A7EA-1AEA-3B86-04FAECBDF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都心に努めるサラリーマン向けに都心で着替える場所を設ける。</a:t>
            </a:r>
            <a:endParaRPr kumimoji="1" lang="en-US" altLang="ja-JP" dirty="0"/>
          </a:p>
          <a:p>
            <a:r>
              <a:rPr lang="ja-JP" altLang="en-US" dirty="0"/>
              <a:t>設置場所は鉄道の改札内にすれば定期でどうにかなる。</a:t>
            </a:r>
            <a:endParaRPr lang="en-US" altLang="ja-JP" dirty="0"/>
          </a:p>
          <a:p>
            <a:r>
              <a:rPr lang="ja-JP" altLang="en-US" dirty="0"/>
              <a:t>月額プランと回数料金制の２つある。混雑時間帯は料金を上げる。月額制客のみプラス料金でロッカールームも使える。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419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Mode change</vt:lpstr>
      <vt:lpstr>概要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yamamoto.h</dc:creator>
  <cp:lastModifiedBy>yamamoto.h</cp:lastModifiedBy>
  <cp:revision>1</cp:revision>
  <dcterms:created xsi:type="dcterms:W3CDTF">2025-10-06T07:56:58Z</dcterms:created>
  <dcterms:modified xsi:type="dcterms:W3CDTF">2025-10-06T08:00:16Z</dcterms:modified>
</cp:coreProperties>
</file>