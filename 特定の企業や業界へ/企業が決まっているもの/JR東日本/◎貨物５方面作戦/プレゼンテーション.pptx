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1" r:id="rId4"/>
    <p:sldId id="259" r:id="rId5"/>
    <p:sldId id="260" r:id="rId6"/>
    <p:sldId id="25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6F20F-714E-4206-B432-A99CE0A181AD}" v="89" dt="2026-01-07T05:10:54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-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pult typeR" userId="1eb73596b2575321" providerId="LiveId" clId="{20C18575-42FB-474B-92BD-2AAF7C4DF09C}"/>
    <pc:docChg chg="undo custSel addSld modSld">
      <pc:chgData name="catapult typeR" userId="1eb73596b2575321" providerId="LiveId" clId="{20C18575-42FB-474B-92BD-2AAF7C4DF09C}" dt="2026-01-08T03:07:59.520" v="304" actId="20577"/>
      <pc:docMkLst>
        <pc:docMk/>
      </pc:docMkLst>
      <pc:sldChg chg="addSp modSp modNotesTx">
        <pc:chgData name="catapult typeR" userId="1eb73596b2575321" providerId="LiveId" clId="{20C18575-42FB-474B-92BD-2AAF7C4DF09C}" dt="2026-01-08T03:07:59.520" v="304" actId="20577"/>
        <pc:sldMkLst>
          <pc:docMk/>
          <pc:sldMk cId="1285422512" sldId="256"/>
        </pc:sldMkLst>
        <pc:spChg chg="add mod">
          <ac:chgData name="catapult typeR" userId="1eb73596b2575321" providerId="LiveId" clId="{20C18575-42FB-474B-92BD-2AAF7C4DF09C}" dt="2026-01-07T05:10:54.925" v="202"/>
          <ac:spMkLst>
            <pc:docMk/>
            <pc:sldMk cId="1285422512" sldId="256"/>
            <ac:spMk id="2" creationId="{DBCE841C-117F-5117-46E3-390177E647BF}"/>
          </ac:spMkLst>
        </pc:spChg>
      </pc:sldChg>
      <pc:sldChg chg="modSp mod">
        <pc:chgData name="catapult typeR" userId="1eb73596b2575321" providerId="LiveId" clId="{20C18575-42FB-474B-92BD-2AAF7C4DF09C}" dt="2026-01-07T05:09:44.922" v="190" actId="1076"/>
        <pc:sldMkLst>
          <pc:docMk/>
          <pc:sldMk cId="3695483921" sldId="258"/>
        </pc:sldMkLst>
        <pc:spChg chg="mod">
          <ac:chgData name="catapult typeR" userId="1eb73596b2575321" providerId="LiveId" clId="{20C18575-42FB-474B-92BD-2AAF7C4DF09C}" dt="2026-01-07T05:09:44.922" v="190" actId="1076"/>
          <ac:spMkLst>
            <pc:docMk/>
            <pc:sldMk cId="3695483921" sldId="258"/>
            <ac:spMk id="3" creationId="{B4E69D56-BF57-08BB-1241-CB025C38543B}"/>
          </ac:spMkLst>
        </pc:spChg>
      </pc:sldChg>
      <pc:sldChg chg="addSp delSp modSp new mod addAnim delAnim modAnim">
        <pc:chgData name="catapult typeR" userId="1eb73596b2575321" providerId="LiveId" clId="{20C18575-42FB-474B-92BD-2AAF7C4DF09C}" dt="2026-01-07T05:05:31.527" v="152"/>
        <pc:sldMkLst>
          <pc:docMk/>
          <pc:sldMk cId="1209973791" sldId="259"/>
        </pc:sldMkLst>
        <pc:spChg chg="del">
          <ac:chgData name="catapult typeR" userId="1eb73596b2575321" providerId="LiveId" clId="{20C18575-42FB-474B-92BD-2AAF7C4DF09C}" dt="2026-01-07T04:48:22.956" v="28" actId="478"/>
          <ac:spMkLst>
            <pc:docMk/>
            <pc:sldMk cId="1209973791" sldId="259"/>
            <ac:spMk id="2" creationId="{554CF024-78C9-5C6C-9305-7ED5ACABE554}"/>
          </ac:spMkLst>
        </pc:spChg>
        <pc:spChg chg="del">
          <ac:chgData name="catapult typeR" userId="1eb73596b2575321" providerId="LiveId" clId="{20C18575-42FB-474B-92BD-2AAF7C4DF09C}" dt="2026-01-07T04:48:23.812" v="29" actId="478"/>
          <ac:spMkLst>
            <pc:docMk/>
            <pc:sldMk cId="1209973791" sldId="259"/>
            <ac:spMk id="3" creationId="{022D733F-45E9-C226-A6D2-67E5336FA554}"/>
          </ac:spMkLst>
        </pc:spChg>
        <pc:spChg chg="add mod">
          <ac:chgData name="catapult typeR" userId="1eb73596b2575321" providerId="LiveId" clId="{20C18575-42FB-474B-92BD-2AAF7C4DF09C}" dt="2026-01-07T04:50:24.222" v="54" actId="208"/>
          <ac:spMkLst>
            <pc:docMk/>
            <pc:sldMk cId="1209973791" sldId="259"/>
            <ac:spMk id="4" creationId="{BF22DBFC-1A4F-775A-6DA8-F68E673AE21F}"/>
          </ac:spMkLst>
        </pc:spChg>
        <pc:spChg chg="add mod">
          <ac:chgData name="catapult typeR" userId="1eb73596b2575321" providerId="LiveId" clId="{20C18575-42FB-474B-92BD-2AAF7C4DF09C}" dt="2026-01-07T04:51:25.115" v="67" actId="1076"/>
          <ac:spMkLst>
            <pc:docMk/>
            <pc:sldMk cId="1209973791" sldId="259"/>
            <ac:spMk id="8" creationId="{34C28CD9-DBE4-C3FD-3DC3-1AEA0949139D}"/>
          </ac:spMkLst>
        </pc:spChg>
        <pc:spChg chg="add mod">
          <ac:chgData name="catapult typeR" userId="1eb73596b2575321" providerId="LiveId" clId="{20C18575-42FB-474B-92BD-2AAF7C4DF09C}" dt="2026-01-07T04:50:03.338" v="47" actId="1076"/>
          <ac:spMkLst>
            <pc:docMk/>
            <pc:sldMk cId="1209973791" sldId="259"/>
            <ac:spMk id="9" creationId="{B6ABEE95-4DD9-6D6D-AA91-0FDC421922CC}"/>
          </ac:spMkLst>
        </pc:spChg>
        <pc:spChg chg="add mod">
          <ac:chgData name="catapult typeR" userId="1eb73596b2575321" providerId="LiveId" clId="{20C18575-42FB-474B-92BD-2AAF7C4DF09C}" dt="2026-01-07T04:50:27.697" v="55" actId="208"/>
          <ac:spMkLst>
            <pc:docMk/>
            <pc:sldMk cId="1209973791" sldId="259"/>
            <ac:spMk id="10" creationId="{98CF1E42-07AF-7704-00FD-1D1DBA59945C}"/>
          </ac:spMkLst>
        </pc:spChg>
        <pc:spChg chg="add mod">
          <ac:chgData name="catapult typeR" userId="1eb73596b2575321" providerId="LiveId" clId="{20C18575-42FB-474B-92BD-2AAF7C4DF09C}" dt="2026-01-07T04:50:50.264" v="60" actId="208"/>
          <ac:spMkLst>
            <pc:docMk/>
            <pc:sldMk cId="1209973791" sldId="259"/>
            <ac:spMk id="11" creationId="{AF517A7B-CE3B-694E-C0A4-3A5EF6C7B1E4}"/>
          </ac:spMkLst>
        </pc:spChg>
        <pc:spChg chg="add mod">
          <ac:chgData name="catapult typeR" userId="1eb73596b2575321" providerId="LiveId" clId="{20C18575-42FB-474B-92BD-2AAF7C4DF09C}" dt="2026-01-07T04:51:18.744" v="65" actId="1076"/>
          <ac:spMkLst>
            <pc:docMk/>
            <pc:sldMk cId="1209973791" sldId="259"/>
            <ac:spMk id="12" creationId="{F97B3D95-4FDE-78D8-92AE-DD0A816C6064}"/>
          </ac:spMkLst>
        </pc:spChg>
        <pc:spChg chg="add mod">
          <ac:chgData name="catapult typeR" userId="1eb73596b2575321" providerId="LiveId" clId="{20C18575-42FB-474B-92BD-2AAF7C4DF09C}" dt="2026-01-07T04:51:43.076" v="74" actId="255"/>
          <ac:spMkLst>
            <pc:docMk/>
            <pc:sldMk cId="1209973791" sldId="259"/>
            <ac:spMk id="13" creationId="{F7C66D9E-B25E-F7D9-9104-08A188F0BF70}"/>
          </ac:spMkLst>
        </pc:spChg>
        <pc:picChg chg="add mod">
          <ac:chgData name="catapult typeR" userId="1eb73596b2575321" providerId="LiveId" clId="{20C18575-42FB-474B-92BD-2AAF7C4DF09C}" dt="2026-01-07T04:59:45.816" v="110" actId="1076"/>
          <ac:picMkLst>
            <pc:docMk/>
            <pc:sldMk cId="1209973791" sldId="259"/>
            <ac:picMk id="14" creationId="{E346C7CF-F68E-1AF7-79AC-2E3B1A1DE74B}"/>
          </ac:picMkLst>
        </pc:picChg>
        <pc:picChg chg="add del mod">
          <ac:chgData name="catapult typeR" userId="1eb73596b2575321" providerId="LiveId" clId="{20C18575-42FB-474B-92BD-2AAF7C4DF09C}" dt="2026-01-07T05:05:14.760" v="145" actId="478"/>
          <ac:picMkLst>
            <pc:docMk/>
            <pc:sldMk cId="1209973791" sldId="259"/>
            <ac:picMk id="15" creationId="{EEC179DF-B93B-BA7F-8CB8-C6C400457F9D}"/>
          </ac:picMkLst>
        </pc:picChg>
        <pc:picChg chg="add del mod">
          <ac:chgData name="catapult typeR" userId="1eb73596b2575321" providerId="LiveId" clId="{20C18575-42FB-474B-92BD-2AAF7C4DF09C}" dt="2026-01-07T05:05:18.650" v="147" actId="478"/>
          <ac:picMkLst>
            <pc:docMk/>
            <pc:sldMk cId="1209973791" sldId="259"/>
            <ac:picMk id="16" creationId="{B02395D3-CF38-FADA-ADF3-A1C906BEA757}"/>
          </ac:picMkLst>
        </pc:picChg>
        <pc:picChg chg="add del mod">
          <ac:chgData name="catapult typeR" userId="1eb73596b2575321" providerId="LiveId" clId="{20C18575-42FB-474B-92BD-2AAF7C4DF09C}" dt="2026-01-07T05:05:08.594" v="140" actId="478"/>
          <ac:picMkLst>
            <pc:docMk/>
            <pc:sldMk cId="1209973791" sldId="259"/>
            <ac:picMk id="17" creationId="{A79B4CFA-A00F-DB49-D780-3A42A378BB7F}"/>
          </ac:picMkLst>
        </pc:picChg>
        <pc:picChg chg="add del mod">
          <ac:chgData name="catapult typeR" userId="1eb73596b2575321" providerId="LiveId" clId="{20C18575-42FB-474B-92BD-2AAF7C4DF09C}" dt="2026-01-07T05:05:13.648" v="144" actId="478"/>
          <ac:picMkLst>
            <pc:docMk/>
            <pc:sldMk cId="1209973791" sldId="259"/>
            <ac:picMk id="18" creationId="{8378639A-7A92-437A-4823-1BF4E0AA104D}"/>
          </ac:picMkLst>
        </pc:picChg>
        <pc:picChg chg="add del mod">
          <ac:chgData name="catapult typeR" userId="1eb73596b2575321" providerId="LiveId" clId="{20C18575-42FB-474B-92BD-2AAF7C4DF09C}" dt="2026-01-07T05:05:13.155" v="143" actId="478"/>
          <ac:picMkLst>
            <pc:docMk/>
            <pc:sldMk cId="1209973791" sldId="259"/>
            <ac:picMk id="19" creationId="{D51F8C7B-DA82-3770-7A69-98536E4924DA}"/>
          </ac:picMkLst>
        </pc:picChg>
        <pc:picChg chg="add del mod">
          <ac:chgData name="catapult typeR" userId="1eb73596b2575321" providerId="LiveId" clId="{20C18575-42FB-474B-92BD-2AAF7C4DF09C}" dt="2026-01-07T05:05:08.594" v="140" actId="478"/>
          <ac:picMkLst>
            <pc:docMk/>
            <pc:sldMk cId="1209973791" sldId="259"/>
            <ac:picMk id="20" creationId="{1F267B91-CF98-2271-E80B-5731DCF9DFD7}"/>
          </ac:picMkLst>
        </pc:picChg>
        <pc:picChg chg="add del mod">
          <ac:chgData name="catapult typeR" userId="1eb73596b2575321" providerId="LiveId" clId="{20C18575-42FB-474B-92BD-2AAF7C4DF09C}" dt="2026-01-07T05:05:11.917" v="142" actId="478"/>
          <ac:picMkLst>
            <pc:docMk/>
            <pc:sldMk cId="1209973791" sldId="259"/>
            <ac:picMk id="21" creationId="{0037DBE8-8170-A948-4E8D-3D77CE6E84BC}"/>
          </ac:picMkLst>
        </pc:picChg>
        <pc:picChg chg="add del mod">
          <ac:chgData name="catapult typeR" userId="1eb73596b2575321" providerId="LiveId" clId="{20C18575-42FB-474B-92BD-2AAF7C4DF09C}" dt="2026-01-07T05:05:09.534" v="141" actId="478"/>
          <ac:picMkLst>
            <pc:docMk/>
            <pc:sldMk cId="1209973791" sldId="259"/>
            <ac:picMk id="22" creationId="{F375ABDD-237F-758D-BA02-BEECFAED0F04}"/>
          </ac:picMkLst>
        </pc:picChg>
        <pc:picChg chg="add del mod">
          <ac:chgData name="catapult typeR" userId="1eb73596b2575321" providerId="LiveId" clId="{20C18575-42FB-474B-92BD-2AAF7C4DF09C}" dt="2026-01-07T05:05:08.594" v="140" actId="478"/>
          <ac:picMkLst>
            <pc:docMk/>
            <pc:sldMk cId="1209973791" sldId="259"/>
            <ac:picMk id="23" creationId="{BFE2C28D-B4F3-DAA5-13CB-27EFBAC3F895}"/>
          </ac:picMkLst>
        </pc:picChg>
        <pc:picChg chg="add del mod">
          <ac:chgData name="catapult typeR" userId="1eb73596b2575321" providerId="LiveId" clId="{20C18575-42FB-474B-92BD-2AAF7C4DF09C}" dt="2026-01-07T05:05:08.594" v="140" actId="478"/>
          <ac:picMkLst>
            <pc:docMk/>
            <pc:sldMk cId="1209973791" sldId="259"/>
            <ac:picMk id="24" creationId="{97C122ED-492C-982B-EC6A-3F21AF101257}"/>
          </ac:picMkLst>
        </pc:picChg>
        <pc:picChg chg="add mod">
          <ac:chgData name="catapult typeR" userId="1eb73596b2575321" providerId="LiveId" clId="{20C18575-42FB-474B-92BD-2AAF7C4DF09C}" dt="2026-01-07T05:05:23.624" v="149" actId="1076"/>
          <ac:picMkLst>
            <pc:docMk/>
            <pc:sldMk cId="1209973791" sldId="259"/>
            <ac:picMk id="1026" creationId="{D5C48837-3EFE-5649-1D98-31E5BD781A45}"/>
          </ac:picMkLst>
        </pc:picChg>
        <pc:picChg chg="add del mod">
          <ac:chgData name="catapult typeR" userId="1eb73596b2575321" providerId="LiveId" clId="{20C18575-42FB-474B-92BD-2AAF7C4DF09C}" dt="2026-01-07T05:05:21.011" v="148" actId="478"/>
          <ac:picMkLst>
            <pc:docMk/>
            <pc:sldMk cId="1209973791" sldId="259"/>
            <ac:picMk id="1028" creationId="{DEB3F2A0-7FDC-6B42-15E2-38FE8BE40092}"/>
          </ac:picMkLst>
        </pc:picChg>
        <pc:cxnChg chg="add del mod">
          <ac:chgData name="catapult typeR" userId="1eb73596b2575321" providerId="LiveId" clId="{20C18575-42FB-474B-92BD-2AAF7C4DF09C}" dt="2026-01-07T04:49:14.683" v="39" actId="478"/>
          <ac:cxnSpMkLst>
            <pc:docMk/>
            <pc:sldMk cId="1209973791" sldId="259"/>
            <ac:cxnSpMk id="6" creationId="{EF4B9083-2521-B715-D9F1-B7F247C65832}"/>
          </ac:cxnSpMkLst>
        </pc:cxnChg>
      </pc:sldChg>
      <pc:sldChg chg="addSp delSp modSp add mod modAnim">
        <pc:chgData name="catapult typeR" userId="1eb73596b2575321" providerId="LiveId" clId="{20C18575-42FB-474B-92BD-2AAF7C4DF09C}" dt="2026-01-07T05:06:50.927" v="183"/>
        <pc:sldMkLst>
          <pc:docMk/>
          <pc:sldMk cId="3452315768" sldId="260"/>
        </pc:sldMkLst>
        <pc:spChg chg="mod">
          <ac:chgData name="catapult typeR" userId="1eb73596b2575321" providerId="LiveId" clId="{20C18575-42FB-474B-92BD-2AAF7C4DF09C}" dt="2026-01-07T05:05:56.773" v="154" actId="688"/>
          <ac:spMkLst>
            <pc:docMk/>
            <pc:sldMk cId="3452315768" sldId="260"/>
            <ac:spMk id="8" creationId="{34C28CD9-DBE4-C3FD-3DC3-1AEA0949139D}"/>
          </ac:spMkLst>
        </pc:spChg>
        <pc:spChg chg="mod">
          <ac:chgData name="catapult typeR" userId="1eb73596b2575321" providerId="LiveId" clId="{20C18575-42FB-474B-92BD-2AAF7C4DF09C}" dt="2026-01-07T05:06:01.467" v="155" actId="688"/>
          <ac:spMkLst>
            <pc:docMk/>
            <pc:sldMk cId="3452315768" sldId="260"/>
            <ac:spMk id="9" creationId="{B6ABEE95-4DD9-6D6D-AA91-0FDC421922CC}"/>
          </ac:spMkLst>
        </pc:spChg>
        <pc:spChg chg="mod">
          <ac:chgData name="catapult typeR" userId="1eb73596b2575321" providerId="LiveId" clId="{20C18575-42FB-474B-92BD-2AAF7C4DF09C}" dt="2026-01-07T05:06:13.259" v="158" actId="688"/>
          <ac:spMkLst>
            <pc:docMk/>
            <pc:sldMk cId="3452315768" sldId="260"/>
            <ac:spMk id="10" creationId="{98CF1E42-07AF-7704-00FD-1D1DBA59945C}"/>
          </ac:spMkLst>
        </pc:spChg>
        <pc:spChg chg="mod">
          <ac:chgData name="catapult typeR" userId="1eb73596b2575321" providerId="LiveId" clId="{20C18575-42FB-474B-92BD-2AAF7C4DF09C}" dt="2026-01-07T05:06:09.413" v="157" actId="688"/>
          <ac:spMkLst>
            <pc:docMk/>
            <pc:sldMk cId="3452315768" sldId="260"/>
            <ac:spMk id="11" creationId="{AF517A7B-CE3B-694E-C0A4-3A5EF6C7B1E4}"/>
          </ac:spMkLst>
        </pc:spChg>
        <pc:spChg chg="mod">
          <ac:chgData name="catapult typeR" userId="1eb73596b2575321" providerId="LiveId" clId="{20C18575-42FB-474B-92BD-2AAF7C4DF09C}" dt="2026-01-07T05:06:05.999" v="156" actId="688"/>
          <ac:spMkLst>
            <pc:docMk/>
            <pc:sldMk cId="3452315768" sldId="260"/>
            <ac:spMk id="12" creationId="{F97B3D95-4FDE-78D8-92AE-DD0A816C6064}"/>
          </ac:spMkLst>
        </pc:spChg>
        <pc:spChg chg="mod">
          <ac:chgData name="catapult typeR" userId="1eb73596b2575321" providerId="LiveId" clId="{20C18575-42FB-474B-92BD-2AAF7C4DF09C}" dt="2026-01-07T05:06:32.912" v="178" actId="14100"/>
          <ac:spMkLst>
            <pc:docMk/>
            <pc:sldMk cId="3452315768" sldId="260"/>
            <ac:spMk id="13" creationId="{F7C66D9E-B25E-F7D9-9104-08A188F0BF70}"/>
          </ac:spMkLst>
        </pc:spChg>
        <pc:picChg chg="del">
          <ac:chgData name="catapult typeR" userId="1eb73596b2575321" providerId="LiveId" clId="{20C18575-42FB-474B-92BD-2AAF7C4DF09C}" dt="2026-01-07T05:06:19.958" v="160" actId="478"/>
          <ac:picMkLst>
            <pc:docMk/>
            <pc:sldMk cId="3452315768" sldId="260"/>
            <ac:picMk id="16" creationId="{B02395D3-CF38-FADA-ADF3-A1C906BEA757}"/>
          </ac:picMkLst>
        </pc:picChg>
        <pc:picChg chg="del">
          <ac:chgData name="catapult typeR" userId="1eb73596b2575321" providerId="LiveId" clId="{20C18575-42FB-474B-92BD-2AAF7C4DF09C}" dt="2026-01-07T05:06:18.634" v="159" actId="478"/>
          <ac:picMkLst>
            <pc:docMk/>
            <pc:sldMk cId="3452315768" sldId="260"/>
            <ac:picMk id="1026" creationId="{D5C48837-3EFE-5649-1D98-31E5BD781A45}"/>
          </ac:picMkLst>
        </pc:picChg>
        <pc:picChg chg="add mod">
          <ac:chgData name="catapult typeR" userId="1eb73596b2575321" providerId="LiveId" clId="{20C18575-42FB-474B-92BD-2AAF7C4DF09C}" dt="2026-01-07T05:06:41.373" v="179"/>
          <ac:picMkLst>
            <pc:docMk/>
            <pc:sldMk cId="3452315768" sldId="260"/>
            <ac:picMk id="2050" creationId="{67C91E0A-D382-2F78-575A-C61FF4865276}"/>
          </ac:picMkLst>
        </pc:picChg>
      </pc:sldChg>
      <pc:sldChg chg="delSp modSp new mod">
        <pc:chgData name="catapult typeR" userId="1eb73596b2575321" providerId="LiveId" clId="{20C18575-42FB-474B-92BD-2AAF7C4DF09C}" dt="2026-01-08T03:07:00.623" v="204" actId="20577"/>
        <pc:sldMkLst>
          <pc:docMk/>
          <pc:sldMk cId="2530955399" sldId="261"/>
        </pc:sldMkLst>
        <pc:spChg chg="del">
          <ac:chgData name="catapult typeR" userId="1eb73596b2575321" providerId="LiveId" clId="{20C18575-42FB-474B-92BD-2AAF7C4DF09C}" dt="2026-01-07T05:10:00.876" v="192" actId="478"/>
          <ac:spMkLst>
            <pc:docMk/>
            <pc:sldMk cId="2530955399" sldId="261"/>
            <ac:spMk id="2" creationId="{5333216E-B71D-4FBA-80CB-DAB4EA2767A0}"/>
          </ac:spMkLst>
        </pc:spChg>
        <pc:spChg chg="mod">
          <ac:chgData name="catapult typeR" userId="1eb73596b2575321" providerId="LiveId" clId="{20C18575-42FB-474B-92BD-2AAF7C4DF09C}" dt="2026-01-08T03:07:00.623" v="204" actId="20577"/>
          <ac:spMkLst>
            <pc:docMk/>
            <pc:sldMk cId="2530955399" sldId="261"/>
            <ac:spMk id="3" creationId="{4BB2D5C3-C9EF-5049-717C-E5514D50F0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44B47-765D-4AB7-AE40-CB05B7B6FCD2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1523D-3C28-4239-AAD3-2C7BF65518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07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終点につくと車掌がアナウンスし、乗降担当者がその車両に「貨物専用」と書かれた紙が貼ってあるコーンを並べる。</a:t>
            </a:r>
            <a:br>
              <a:rPr kumimoji="1" lang="en-US" altLang="ja-JP" dirty="0"/>
            </a:br>
            <a:r>
              <a:rPr kumimoji="1" lang="ja-JP" altLang="en-US"/>
              <a:t>コーンは朝は都心から郊外へ移動し、夕・夜に戻ってくる。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1523D-3C28-4239-AAD3-2C7BF655183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28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F2CCB-1D30-3DE4-FF4C-06B24D5EA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2C79D9-0A7C-0965-4C2B-5F7148281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4419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6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8EB7E-078C-D1F9-F879-D44489A4C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貨物</a:t>
            </a:r>
            <a:r>
              <a:rPr lang="en-US" altLang="ja-JP" dirty="0"/>
              <a:t>5</a:t>
            </a:r>
            <a:r>
              <a:rPr lang="ja-JP" altLang="en-US" dirty="0"/>
              <a:t>方面作戦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FFBC4C-F326-F497-C109-2CBC1EC57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~</a:t>
            </a:r>
            <a:r>
              <a:rPr lang="ja-JP" altLang="en-US" dirty="0"/>
              <a:t>通勤時間帯の混雑差を利用した新しい物流</a:t>
            </a:r>
            <a:r>
              <a:rPr lang="en-US" altLang="ja-JP" dirty="0"/>
              <a:t>~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901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B4E69D56-BF57-08BB-1241-CB025C385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65571"/>
            <a:ext cx="9144000" cy="4726858"/>
          </a:xfrm>
        </p:spPr>
        <p:txBody>
          <a:bodyPr/>
          <a:lstStyle/>
          <a:p>
            <a:r>
              <a:rPr kumimoji="1" lang="ja-JP" altLang="en-US" sz="4800" dirty="0"/>
              <a:t>概要</a:t>
            </a:r>
            <a:endParaRPr kumimoji="1" lang="en-US" altLang="ja-JP" sz="4800" dirty="0"/>
          </a:p>
          <a:p>
            <a:endParaRPr lang="en-US" altLang="ja-JP" dirty="0"/>
          </a:p>
          <a:p>
            <a:r>
              <a:rPr lang="ja-JP" altLang="en-US" dirty="0"/>
              <a:t>首都圏の通勤路線では、</a:t>
            </a:r>
            <a:br>
              <a:rPr lang="ja-JP" altLang="en-US" dirty="0"/>
            </a:br>
            <a:r>
              <a:rPr lang="ja-JP" altLang="en-US" b="1" dirty="0"/>
              <a:t>時間帯・進行方向によって列車の混雑度に大きな差</a:t>
            </a:r>
            <a:r>
              <a:rPr lang="ja-JP" altLang="en-US" dirty="0"/>
              <a:t>が存在する。</a:t>
            </a:r>
          </a:p>
          <a:p>
            <a:r>
              <a:rPr lang="ja-JP" altLang="en-US" dirty="0"/>
              <a:t>本企画はこの構造に着目し、</a:t>
            </a:r>
          </a:p>
          <a:p>
            <a:r>
              <a:rPr lang="ja-JP" altLang="en-US" b="1" dirty="0"/>
              <a:t>平日朝：空いている下り列車</a:t>
            </a:r>
            <a:endParaRPr lang="ja-JP" altLang="en-US" dirty="0"/>
          </a:p>
          <a:p>
            <a:r>
              <a:rPr lang="ja-JP" altLang="en-US" b="1" dirty="0"/>
              <a:t>夕方以降：空いている上り列車</a:t>
            </a:r>
            <a:endParaRPr lang="ja-JP" altLang="en-US" dirty="0"/>
          </a:p>
          <a:p>
            <a:r>
              <a:rPr lang="ja-JP" altLang="en-US" dirty="0"/>
              <a:t>の余剰輸送力を活用して、</a:t>
            </a:r>
            <a:br>
              <a:rPr lang="ja-JP" altLang="en-US" dirty="0"/>
            </a:br>
            <a:r>
              <a:rPr lang="ja-JP" altLang="en-US" b="1" dirty="0"/>
              <a:t>駅向け物資および小口貨物を鉄道で輸送する仕組み</a:t>
            </a:r>
            <a:r>
              <a:rPr lang="ja-JP" altLang="en-US" dirty="0"/>
              <a:t>を構築するものである。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9548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4BB2D5C3-C9EF-5049-717C-E5514D50F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14400"/>
            <a:ext cx="9144000" cy="4775200"/>
          </a:xfrm>
        </p:spPr>
        <p:txBody>
          <a:bodyPr/>
          <a:lstStyle/>
          <a:p>
            <a:r>
              <a:rPr lang="ja-JP" altLang="en-US" sz="4000" b="1" dirty="0"/>
              <a:t>運用イメージ</a:t>
            </a:r>
            <a:endParaRPr lang="en-US" altLang="ja-JP" sz="4000" b="1" dirty="0"/>
          </a:p>
          <a:p>
            <a:endParaRPr lang="en-US" altLang="ja-JP" dirty="0"/>
          </a:p>
          <a:p>
            <a:r>
              <a:rPr lang="ja-JP" altLang="en-US" dirty="0"/>
              <a:t>通勤ピークとは逆方向の列車において</a:t>
            </a:r>
            <a:br>
              <a:rPr lang="ja-JP" altLang="en-US" dirty="0"/>
            </a:br>
            <a:r>
              <a:rPr lang="en-US" altLang="ja-JP" dirty="0"/>
              <a:t>10</a:t>
            </a:r>
            <a:r>
              <a:rPr lang="ja-JP" altLang="en-US" dirty="0"/>
              <a:t>両編成中</a:t>
            </a:r>
            <a:r>
              <a:rPr lang="en-US" altLang="ja-JP" dirty="0"/>
              <a:t>1,2</a:t>
            </a:r>
            <a:r>
              <a:rPr lang="ja-JP" altLang="en-US" dirty="0"/>
              <a:t>両（または一部区画）を業務用途として活用</a:t>
            </a:r>
          </a:p>
          <a:p>
            <a:r>
              <a:rPr lang="ja-JP" altLang="en-US" dirty="0"/>
              <a:t>荷物は業務員同乗・専用区画で管理し、安全性を確保</a:t>
            </a:r>
          </a:p>
          <a:p>
            <a:r>
              <a:rPr lang="ja-JP" altLang="en-US" dirty="0"/>
              <a:t>終点到着後は通常の旅客車両として運用を復帰</a:t>
            </a:r>
          </a:p>
          <a:p>
            <a:r>
              <a:rPr lang="ja-JP" altLang="en-US" dirty="0"/>
              <a:t>これにより</a:t>
            </a:r>
          </a:p>
          <a:p>
            <a:r>
              <a:rPr lang="ja-JP" altLang="en-US" dirty="0"/>
              <a:t>旅客輸送への影響を最小限に抑えつつ</a:t>
            </a:r>
          </a:p>
          <a:p>
            <a:r>
              <a:rPr lang="ja-JP" altLang="en-US" dirty="0"/>
              <a:t>既存インフラのみで</a:t>
            </a:r>
          </a:p>
          <a:p>
            <a:r>
              <a:rPr lang="ja-JP" altLang="en-US" dirty="0"/>
              <a:t>定時性の高い都市内物流を実現する。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095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BF22DBFC-1A4F-775A-6DA8-F68E673AE21F}"/>
              </a:ext>
            </a:extLst>
          </p:cNvPr>
          <p:cNvSpPr/>
          <p:nvPr/>
        </p:nvSpPr>
        <p:spPr>
          <a:xfrm>
            <a:off x="4543425" y="1876425"/>
            <a:ext cx="3105150" cy="3248025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34C28CD9-DBE4-C3FD-3DC3-1AEA0949139D}"/>
              </a:ext>
            </a:extLst>
          </p:cNvPr>
          <p:cNvSpPr/>
          <p:nvPr/>
        </p:nvSpPr>
        <p:spPr>
          <a:xfrm rot="10174164">
            <a:off x="5286819" y="355493"/>
            <a:ext cx="819150" cy="1685925"/>
          </a:xfrm>
          <a:prstGeom prst="downArrow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B6ABEE95-4DD9-6D6D-AA91-0FDC421922CC}"/>
              </a:ext>
            </a:extLst>
          </p:cNvPr>
          <p:cNvSpPr/>
          <p:nvPr/>
        </p:nvSpPr>
        <p:spPr>
          <a:xfrm rot="13922521">
            <a:off x="7610475" y="1279575"/>
            <a:ext cx="819150" cy="1685925"/>
          </a:xfrm>
          <a:prstGeom prst="down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8CF1E42-07AF-7704-00FD-1D1DBA59945C}"/>
              </a:ext>
            </a:extLst>
          </p:cNvPr>
          <p:cNvSpPr/>
          <p:nvPr/>
        </p:nvSpPr>
        <p:spPr>
          <a:xfrm rot="5400000">
            <a:off x="3464933" y="2586038"/>
            <a:ext cx="819150" cy="1685925"/>
          </a:xfrm>
          <a:prstGeom prst="down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AF517A7B-CE3B-694E-C0A4-3A5EF6C7B1E4}"/>
              </a:ext>
            </a:extLst>
          </p:cNvPr>
          <p:cNvSpPr/>
          <p:nvPr/>
        </p:nvSpPr>
        <p:spPr>
          <a:xfrm rot="1259945">
            <a:off x="5157786" y="4786015"/>
            <a:ext cx="819150" cy="1685925"/>
          </a:xfrm>
          <a:prstGeom prst="down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F97B3D95-4FDE-78D8-92AE-DD0A816C6064}"/>
              </a:ext>
            </a:extLst>
          </p:cNvPr>
          <p:cNvSpPr/>
          <p:nvPr/>
        </p:nvSpPr>
        <p:spPr>
          <a:xfrm rot="15880097">
            <a:off x="8020050" y="2914650"/>
            <a:ext cx="819150" cy="1685925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C66D9E-B25E-F7D9-9104-08A188F0BF70}"/>
              </a:ext>
            </a:extLst>
          </p:cNvPr>
          <p:cNvSpPr txBox="1"/>
          <p:nvPr/>
        </p:nvSpPr>
        <p:spPr>
          <a:xfrm>
            <a:off x="457200" y="44767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/>
              <a:t>朝</a:t>
            </a:r>
          </a:p>
        </p:txBody>
      </p:sp>
      <p:pic>
        <p:nvPicPr>
          <p:cNvPr id="1026" name="Picture 2" descr="いろいろな瓶に入った飲み物のイラスト">
            <a:extLst>
              <a:ext uri="{FF2B5EF4-FFF2-40B4-BE49-F238E27FC236}">
                <a16:creationId xmlns:a16="http://schemas.microsoft.com/office/drawing/2014/main" id="{D5C48837-3EFE-5649-1D98-31E5BD78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197" y="2826814"/>
            <a:ext cx="1368904" cy="136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新聞折込チラシのイラスト">
            <a:extLst>
              <a:ext uri="{FF2B5EF4-FFF2-40B4-BE49-F238E27FC236}">
                <a16:creationId xmlns:a16="http://schemas.microsoft.com/office/drawing/2014/main" id="{B02395D3-CF38-FADA-ADF3-A1C906BEA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31" y="2826814"/>
            <a:ext cx="1413985" cy="141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9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BF22DBFC-1A4F-775A-6DA8-F68E673AE21F}"/>
              </a:ext>
            </a:extLst>
          </p:cNvPr>
          <p:cNvSpPr/>
          <p:nvPr/>
        </p:nvSpPr>
        <p:spPr>
          <a:xfrm>
            <a:off x="4543425" y="1876425"/>
            <a:ext cx="3105150" cy="3248025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34C28CD9-DBE4-C3FD-3DC3-1AEA0949139D}"/>
              </a:ext>
            </a:extLst>
          </p:cNvPr>
          <p:cNvSpPr/>
          <p:nvPr/>
        </p:nvSpPr>
        <p:spPr>
          <a:xfrm rot="21022676">
            <a:off x="5286819" y="355493"/>
            <a:ext cx="819150" cy="1685925"/>
          </a:xfrm>
          <a:prstGeom prst="downArrow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B6ABEE95-4DD9-6D6D-AA91-0FDC421922CC}"/>
              </a:ext>
            </a:extLst>
          </p:cNvPr>
          <p:cNvSpPr/>
          <p:nvPr/>
        </p:nvSpPr>
        <p:spPr>
          <a:xfrm rot="3278008">
            <a:off x="7610475" y="1279575"/>
            <a:ext cx="819150" cy="1685925"/>
          </a:xfrm>
          <a:prstGeom prst="downArrow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8CF1E42-07AF-7704-00FD-1D1DBA59945C}"/>
              </a:ext>
            </a:extLst>
          </p:cNvPr>
          <p:cNvSpPr/>
          <p:nvPr/>
        </p:nvSpPr>
        <p:spPr>
          <a:xfrm rot="16200000">
            <a:off x="3464933" y="2586038"/>
            <a:ext cx="819150" cy="1685925"/>
          </a:xfrm>
          <a:prstGeom prst="down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AF517A7B-CE3B-694E-C0A4-3A5EF6C7B1E4}"/>
              </a:ext>
            </a:extLst>
          </p:cNvPr>
          <p:cNvSpPr/>
          <p:nvPr/>
        </p:nvSpPr>
        <p:spPr>
          <a:xfrm rot="11588965">
            <a:off x="5157786" y="4786015"/>
            <a:ext cx="819150" cy="1685925"/>
          </a:xfrm>
          <a:prstGeom prst="downArrow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F97B3D95-4FDE-78D8-92AE-DD0A816C6064}"/>
              </a:ext>
            </a:extLst>
          </p:cNvPr>
          <p:cNvSpPr/>
          <p:nvPr/>
        </p:nvSpPr>
        <p:spPr>
          <a:xfrm rot="5622182">
            <a:off x="8020050" y="2914650"/>
            <a:ext cx="819150" cy="1685925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C66D9E-B25E-F7D9-9104-08A188F0BF70}"/>
              </a:ext>
            </a:extLst>
          </p:cNvPr>
          <p:cNvSpPr txBox="1"/>
          <p:nvPr/>
        </p:nvSpPr>
        <p:spPr>
          <a:xfrm>
            <a:off x="457200" y="447675"/>
            <a:ext cx="2349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dirty="0"/>
              <a:t>夕・夜</a:t>
            </a:r>
            <a:endParaRPr kumimoji="1" lang="ja-JP" altLang="en-US" sz="5400" dirty="0"/>
          </a:p>
        </p:txBody>
      </p:sp>
      <p:pic>
        <p:nvPicPr>
          <p:cNvPr id="2050" name="Picture 2" descr="資源ごみのイラスト">
            <a:extLst>
              <a:ext uri="{FF2B5EF4-FFF2-40B4-BE49-F238E27FC236}">
                <a16:creationId xmlns:a16="http://schemas.microsoft.com/office/drawing/2014/main" id="{67C91E0A-D382-2F78-575A-C61FF4865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2571750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31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95F5B2-5D23-4F6E-9B9F-7C08E5AAD69B}"/>
              </a:ext>
            </a:extLst>
          </p:cNvPr>
          <p:cNvSpPr/>
          <p:nvPr/>
        </p:nvSpPr>
        <p:spPr>
          <a:xfrm>
            <a:off x="2996382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01744B-13AA-975F-717B-45034FC0F0F8}"/>
              </a:ext>
            </a:extLst>
          </p:cNvPr>
          <p:cNvSpPr/>
          <p:nvPr/>
        </p:nvSpPr>
        <p:spPr>
          <a:xfrm>
            <a:off x="4232788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E09225-1F72-3339-F5DD-FC76E38BE304}"/>
              </a:ext>
            </a:extLst>
          </p:cNvPr>
          <p:cNvSpPr/>
          <p:nvPr/>
        </p:nvSpPr>
        <p:spPr>
          <a:xfrm>
            <a:off x="5496232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557B8F-18D2-D22B-6F1E-C30BA02184DD}"/>
              </a:ext>
            </a:extLst>
          </p:cNvPr>
          <p:cNvSpPr/>
          <p:nvPr/>
        </p:nvSpPr>
        <p:spPr>
          <a:xfrm>
            <a:off x="6749845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F30722-61DA-B358-E276-1FE97434A5AB}"/>
              </a:ext>
            </a:extLst>
          </p:cNvPr>
          <p:cNvSpPr/>
          <p:nvPr/>
        </p:nvSpPr>
        <p:spPr>
          <a:xfrm>
            <a:off x="8003458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B7A6D33-E79C-7E77-1EF3-6DD57399BC49}"/>
              </a:ext>
            </a:extLst>
          </p:cNvPr>
          <p:cNvSpPr/>
          <p:nvPr/>
        </p:nvSpPr>
        <p:spPr>
          <a:xfrm>
            <a:off x="9257071" y="2320411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2EC9877-B810-7DF3-CCD8-E365BDF3C8E8}"/>
              </a:ext>
            </a:extLst>
          </p:cNvPr>
          <p:cNvSpPr/>
          <p:nvPr/>
        </p:nvSpPr>
        <p:spPr>
          <a:xfrm>
            <a:off x="1759976" y="2315494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627F72-A63E-E2E5-7180-76032BDE13B0}"/>
              </a:ext>
            </a:extLst>
          </p:cNvPr>
          <p:cNvSpPr txBox="1"/>
          <p:nvPr/>
        </p:nvSpPr>
        <p:spPr>
          <a:xfrm>
            <a:off x="973393" y="1140542"/>
            <a:ext cx="430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平日朝　→上り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2D7790E-292F-0059-3386-873E8781BAA3}"/>
              </a:ext>
            </a:extLst>
          </p:cNvPr>
          <p:cNvSpPr txBox="1"/>
          <p:nvPr/>
        </p:nvSpPr>
        <p:spPr>
          <a:xfrm>
            <a:off x="1066800" y="3429000"/>
            <a:ext cx="430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平日朝　下り←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8C8C325-6CD3-2AE3-9314-CC4232BD4842}"/>
              </a:ext>
            </a:extLst>
          </p:cNvPr>
          <p:cNvSpPr/>
          <p:nvPr/>
        </p:nvSpPr>
        <p:spPr>
          <a:xfrm>
            <a:off x="2996382" y="4336650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D81BD3-28FD-4AD7-54DC-3115B5CAB6E4}"/>
              </a:ext>
            </a:extLst>
          </p:cNvPr>
          <p:cNvSpPr/>
          <p:nvPr/>
        </p:nvSpPr>
        <p:spPr>
          <a:xfrm>
            <a:off x="4232788" y="4336650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6B676E5-FCDA-1E0E-A7DE-4C4C1A80CD42}"/>
              </a:ext>
            </a:extLst>
          </p:cNvPr>
          <p:cNvSpPr/>
          <p:nvPr/>
        </p:nvSpPr>
        <p:spPr>
          <a:xfrm>
            <a:off x="5496232" y="4336650"/>
            <a:ext cx="1209368" cy="57027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625BE61-0732-F0E2-17AE-0D3E6EA2726E}"/>
              </a:ext>
            </a:extLst>
          </p:cNvPr>
          <p:cNvSpPr/>
          <p:nvPr/>
        </p:nvSpPr>
        <p:spPr>
          <a:xfrm>
            <a:off x="6749845" y="4336650"/>
            <a:ext cx="1209368" cy="57027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F01055F-91F1-A500-7043-BD4361B7D527}"/>
              </a:ext>
            </a:extLst>
          </p:cNvPr>
          <p:cNvSpPr/>
          <p:nvPr/>
        </p:nvSpPr>
        <p:spPr>
          <a:xfrm>
            <a:off x="8003458" y="4336650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F9FC402-D071-C2F6-E0D3-A5380EB26A14}"/>
              </a:ext>
            </a:extLst>
          </p:cNvPr>
          <p:cNvSpPr/>
          <p:nvPr/>
        </p:nvSpPr>
        <p:spPr>
          <a:xfrm>
            <a:off x="9257071" y="4341567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50D846-6E58-54ED-47B8-FB60227CDA42}"/>
              </a:ext>
            </a:extLst>
          </p:cNvPr>
          <p:cNvSpPr/>
          <p:nvPr/>
        </p:nvSpPr>
        <p:spPr>
          <a:xfrm>
            <a:off x="1759976" y="4336650"/>
            <a:ext cx="1209368" cy="5702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FAA1F25-ECBB-C31C-F590-1DDE4A9732CA}"/>
              </a:ext>
            </a:extLst>
          </p:cNvPr>
          <p:cNvSpPr txBox="1"/>
          <p:nvPr/>
        </p:nvSpPr>
        <p:spPr>
          <a:xfrm>
            <a:off x="5614219" y="5466735"/>
            <a:ext cx="2861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accent2"/>
                </a:solidFill>
              </a:rPr>
              <a:t>貨物用閉鎖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C96B130-A172-AA13-C0A8-DBC6822B1217}"/>
              </a:ext>
            </a:extLst>
          </p:cNvPr>
          <p:cNvSpPr txBox="1"/>
          <p:nvPr/>
        </p:nvSpPr>
        <p:spPr>
          <a:xfrm>
            <a:off x="5614219" y="3226676"/>
            <a:ext cx="2720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全車両旅客営業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CE841C-117F-5117-46E3-390177E647BF}"/>
              </a:ext>
            </a:extLst>
          </p:cNvPr>
          <p:cNvSpPr txBox="1"/>
          <p:nvPr/>
        </p:nvSpPr>
        <p:spPr>
          <a:xfrm>
            <a:off x="428625" y="6391275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 </a:t>
            </a:r>
            <a:r>
              <a:rPr lang="ja-JP" altLang="en-US" dirty="0"/>
              <a:t>旅客輸送を優先し、余剰時間帯・余剰方向のみを対象とする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542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248</Words>
  <Application>Microsoft Office PowerPoint</Application>
  <PresentationFormat>ワイド画面</PresentationFormat>
  <Paragraphs>27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游ゴシック</vt:lpstr>
      <vt:lpstr>Arial</vt:lpstr>
      <vt:lpstr>Office テーマ</vt:lpstr>
      <vt:lpstr>貨物5方面作戦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3</cp:revision>
  <dcterms:created xsi:type="dcterms:W3CDTF">2025-10-10T01:37:37Z</dcterms:created>
  <dcterms:modified xsi:type="dcterms:W3CDTF">2026-01-08T03:07:59Z</dcterms:modified>
</cp:coreProperties>
</file>