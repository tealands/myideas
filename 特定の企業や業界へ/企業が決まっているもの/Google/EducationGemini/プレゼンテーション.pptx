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6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58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tapult typeR" userId="1eb73596b2575321" providerId="LiveId" clId="{20C18575-42FB-474B-92BD-2AAF7C4DF09C}"/>
    <pc:docChg chg="custSel addSld modSld">
      <pc:chgData name="catapult typeR" userId="1eb73596b2575321" providerId="LiveId" clId="{20C18575-42FB-474B-92BD-2AAF7C4DF09C}" dt="2025-10-10T01:38:35.750" v="26" actId="20577"/>
      <pc:docMkLst>
        <pc:docMk/>
      </pc:docMkLst>
      <pc:sldChg chg="new">
        <pc:chgData name="catapult typeR" userId="1eb73596b2575321" providerId="LiveId" clId="{20C18575-42FB-474B-92BD-2AAF7C4DF09C}" dt="2025-10-10T01:37:41.291" v="0" actId="680"/>
        <pc:sldMkLst>
          <pc:docMk/>
          <pc:sldMk cId="1285422512" sldId="256"/>
        </pc:sldMkLst>
      </pc:sldChg>
      <pc:sldChg chg="modSp new mod">
        <pc:chgData name="catapult typeR" userId="1eb73596b2575321" providerId="LiveId" clId="{20C18575-42FB-474B-92BD-2AAF7C4DF09C}" dt="2025-10-10T01:38:19.240" v="11" actId="20577"/>
        <pc:sldMkLst>
          <pc:docMk/>
          <pc:sldMk cId="969015032" sldId="257"/>
        </pc:sldMkLst>
        <pc:spChg chg="mod">
          <ac:chgData name="catapult typeR" userId="1eb73596b2575321" providerId="LiveId" clId="{20C18575-42FB-474B-92BD-2AAF7C4DF09C}" dt="2025-10-10T01:38:19.240" v="11" actId="20577"/>
          <ac:spMkLst>
            <pc:docMk/>
            <pc:sldMk cId="969015032" sldId="257"/>
            <ac:spMk id="2" creationId="{45C8EB7E-078C-D1F9-F879-D44489A4CE15}"/>
          </ac:spMkLst>
        </pc:spChg>
      </pc:sldChg>
      <pc:sldChg chg="delSp modSp new mod">
        <pc:chgData name="catapult typeR" userId="1eb73596b2575321" providerId="LiveId" clId="{20C18575-42FB-474B-92BD-2AAF7C4DF09C}" dt="2025-10-10T01:38:35.750" v="26" actId="20577"/>
        <pc:sldMkLst>
          <pc:docMk/>
          <pc:sldMk cId="3695483921" sldId="258"/>
        </pc:sldMkLst>
        <pc:spChg chg="del">
          <ac:chgData name="catapult typeR" userId="1eb73596b2575321" providerId="LiveId" clId="{20C18575-42FB-474B-92BD-2AAF7C4DF09C}" dt="2025-10-10T01:38:26.440" v="12" actId="478"/>
          <ac:spMkLst>
            <pc:docMk/>
            <pc:sldMk cId="3695483921" sldId="258"/>
            <ac:spMk id="2" creationId="{FF0F9866-957C-D2FC-4938-1AB63F252D68}"/>
          </ac:spMkLst>
        </pc:spChg>
        <pc:spChg chg="mod">
          <ac:chgData name="catapult typeR" userId="1eb73596b2575321" providerId="LiveId" clId="{20C18575-42FB-474B-92BD-2AAF7C4DF09C}" dt="2025-10-10T01:38:35.750" v="26" actId="20577"/>
          <ac:spMkLst>
            <pc:docMk/>
            <pc:sldMk cId="3695483921" sldId="258"/>
            <ac:spMk id="3" creationId="{B4E69D56-BF57-08BB-1241-CB025C38543B}"/>
          </ac:spMkLst>
        </pc:spChg>
      </pc:sldChg>
      <pc:sldMasterChg chg="addSldLayout">
        <pc:chgData name="catapult typeR" userId="1eb73596b2575321" providerId="LiveId" clId="{20C18575-42FB-474B-92BD-2AAF7C4DF09C}" dt="2025-10-10T01:37:41.291" v="0" actId="680"/>
        <pc:sldMasterMkLst>
          <pc:docMk/>
          <pc:sldMasterMk cId="4168764436" sldId="2147483648"/>
        </pc:sldMasterMkLst>
        <pc:sldLayoutChg chg="add">
          <pc:chgData name="catapult typeR" userId="1eb73596b2575321" providerId="LiveId" clId="{20C18575-42FB-474B-92BD-2AAF7C4DF09C}" dt="2025-10-10T01:37:41.291" v="0" actId="680"/>
          <pc:sldLayoutMkLst>
            <pc:docMk/>
            <pc:sldMasterMk cId="4168764436" sldId="2147483648"/>
            <pc:sldLayoutMk cId="944195591" sldId="214748364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3F2CCB-1D30-3DE4-FF4C-06B24D5EA4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C2C79D9-0A7C-0965-4C2B-5F7148281A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944195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8764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C8EB7E-078C-D1F9-F879-D44489A4CE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/>
              <a:t>タイトル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3FFBC4C-F326-F497-C109-2CBC1EC570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9690150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字幕 2">
            <a:extLst>
              <a:ext uri="{FF2B5EF4-FFF2-40B4-BE49-F238E27FC236}">
                <a16:creationId xmlns:a16="http://schemas.microsoft.com/office/drawing/2014/main" id="{B4E69D56-BF57-08BB-1241-CB025C3854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30942"/>
            <a:ext cx="9144000" cy="4726858"/>
          </a:xfrm>
        </p:spPr>
        <p:txBody>
          <a:bodyPr/>
          <a:lstStyle/>
          <a:p>
            <a:r>
              <a:rPr kumimoji="1" lang="ja-JP" altLang="en-US" dirty="0"/>
              <a:t>概要</a:t>
            </a:r>
          </a:p>
        </p:txBody>
      </p:sp>
    </p:spTree>
    <p:extLst>
      <p:ext uri="{BB962C8B-B14F-4D97-AF65-F5344CB8AC3E}">
        <p14:creationId xmlns:p14="http://schemas.microsoft.com/office/powerpoint/2010/main" val="3695483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1960BF-B655-D978-AB4D-29C0255D3C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8FA2137-7F49-BAA0-8B9E-4D0770A414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54225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</Words>
  <Application>Microsoft Office PowerPoint</Application>
  <PresentationFormat>ワイド画面</PresentationFormat>
  <Paragraphs>2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5" baseType="lpstr">
      <vt:lpstr>Arial</vt:lpstr>
      <vt:lpstr>Office テーマ</vt:lpstr>
      <vt:lpstr>タイトル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catapult typeR</dc:creator>
  <cp:lastModifiedBy>catapult typeR</cp:lastModifiedBy>
  <cp:revision>1</cp:revision>
  <dcterms:created xsi:type="dcterms:W3CDTF">2025-10-10T01:37:37Z</dcterms:created>
  <dcterms:modified xsi:type="dcterms:W3CDTF">2025-10-10T01:38:38Z</dcterms:modified>
</cp:coreProperties>
</file>