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高校・大学デビュー応援！美容塾企画書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若年層向け集中講義型サービスのご提案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事業概要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・ターゲット：高校生・大学生など若年層</a:t>
            </a:r>
          </a:p>
          <a:p>
            <a:r>
              <a:t>・目的：高校・大学デビューをサポートし、自信を持たせる</a:t>
            </a:r>
          </a:p>
          <a:p>
            <a:r>
              <a:t>・特徴：メイク、ファッション、SNS映えまでトータル指導</a:t>
            </a:r>
          </a:p>
          <a:p>
            <a:r>
              <a:t>・形式：春休み・夏休み集中講義＋個別指導＋オンライン講座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サービス内容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・パーソナルカラー診断・骨格診断</a:t>
            </a:r>
          </a:p>
          <a:p>
            <a:r>
              <a:t>・メイク・ヘアスタイリング講座</a:t>
            </a:r>
          </a:p>
          <a:p>
            <a:r>
              <a:t>・服装コーディネート・買い物同行</a:t>
            </a:r>
          </a:p>
          <a:p>
            <a:r>
              <a:t>・SNSプロフィール撮影・印象アップ講座</a:t>
            </a:r>
          </a:p>
          <a:p>
            <a:r>
              <a:t>・心理的サポート（自己肯定感向上）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カリキュラム例（春休み2日間集中講義）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Day1：</a:t>
            </a:r>
          </a:p>
          <a:p>
            <a:r>
              <a:t>・オリエンテーション・ビフォー撮影</a:t>
            </a:r>
          </a:p>
          <a:p>
            <a:r>
              <a:t>・パーソナルカラー診断・骨格診断</a:t>
            </a:r>
          </a:p>
          <a:p>
            <a:r>
              <a:t>・基本メイク講座、ヘアスタイリング</a:t>
            </a:r>
          </a:p>
          <a:p>
            <a:r>
              <a:t>・SNSプロフィール写真撮影</a:t>
            </a:r>
          </a:p>
          <a:p/>
          <a:p>
            <a:r>
              <a:t>Day2：</a:t>
            </a:r>
          </a:p>
          <a:p>
            <a:r>
              <a:t>・応用メイク講座、トータルコーディネート</a:t>
            </a:r>
          </a:p>
          <a:p>
            <a:r>
              <a:t>・買い物リスト作成・プチコーデ体験</a:t>
            </a:r>
          </a:p>
          <a:p>
            <a:r>
              <a:t>・プロ撮影（アフター）・修了証授与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価格プラン（例）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・受講料（1人）：35,000円（2日間・教材・撮影費込）</a:t>
            </a:r>
          </a:p>
          <a:p>
            <a:r>
              <a:t>・定員：15名</a:t>
            </a:r>
          </a:p>
          <a:p>
            <a:r>
              <a:t>・売上：525,000円（35,000円×15名）</a:t>
            </a:r>
          </a:p>
          <a:p>
            <a:r>
              <a:t>・費用（講師・会場・撮影等）：約320,000円</a:t>
            </a:r>
          </a:p>
          <a:p>
            <a:r>
              <a:t>・粗利：約205,000円／2日間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マーケティング戦略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・SNS集客（TikTok・Instagram・YouTube）</a:t>
            </a:r>
          </a:p>
          <a:p>
            <a:r>
              <a:t>・学生向け割引・紹介制度</a:t>
            </a:r>
          </a:p>
          <a:p>
            <a:r>
              <a:t>・インフルエンサーやモデルとのコラボ</a:t>
            </a:r>
          </a:p>
          <a:p>
            <a:r>
              <a:t>・口コミ・ビフォーアフター写真の活用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追加収益ポイント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・個別コンサル・同行サービスの販売</a:t>
            </a:r>
          </a:p>
          <a:p>
            <a:r>
              <a:t>・オンライン教材・サブスク提供</a:t>
            </a:r>
          </a:p>
          <a:p>
            <a:r>
              <a:t>・ブランド・美容院・フォトスタジオとの提携</a:t>
            </a:r>
          </a:p>
          <a:p>
            <a:r>
              <a:t>・物販（推奨コスメやスタイリング商品）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・若年層向け「美容塾」は未開拓市場で差別化可能</a:t>
            </a:r>
          </a:p>
          <a:p>
            <a:r>
              <a:t>・短期集中＋ビフォーアフターで成果を見える化</a:t>
            </a:r>
          </a:p>
          <a:p>
            <a:r>
              <a:t>・SNS拡散・コミュニティ化で安定集客へ</a:t>
            </a:r>
          </a:p>
          <a:p>
            <a:r>
              <a:t>・今後オンライン展開・ブランド提携で収益拡大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