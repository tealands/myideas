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通勤者鉄道安全協力員制度（仮称）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公共交通をみんなで守る、新しい共助モデル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制度の目的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近年、鉄道内における痴漢事件やトラブルが増加している。</a:t>
            </a:r>
          </a:p>
          <a:p>
            <a:r>
              <a:t>鉄道職員・警備員のみでは即応が難しい状況を補うため、</a:t>
            </a:r>
          </a:p>
          <a:p>
            <a:r>
              <a:t>一部の通勤者を「鉄道安全協力員」として登録し、</a:t>
            </a:r>
          </a:p>
          <a:p>
            <a:r>
              <a:t>初動通報・安全確保に協力してもらう制度。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制度の概要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・対象者：定期券を有する通勤・通学者（希望・審査制）</a:t>
            </a:r>
          </a:p>
          <a:p>
            <a:r>
              <a:t>・登録：オンライン講習（30分）＋IDカード発行</a:t>
            </a:r>
          </a:p>
          <a:p>
            <a:r>
              <a:t>・活動：通報・誘導・被害者保護（直接制止は禁止）</a:t>
            </a:r>
          </a:p>
          <a:p>
            <a:r>
              <a:t>・報酬：報奨金・定期券割引・ポイント付与</a:t>
            </a:r>
          </a:p>
          <a:p>
            <a:r>
              <a:t>・連携：鉄道警備会社・自治体が監督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期待される効果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・犯罪・トラブル抑止効果</a:t>
            </a:r>
          </a:p>
          <a:p>
            <a:r>
              <a:t>・初動対応の迅速化</a:t>
            </a:r>
          </a:p>
          <a:p>
            <a:r>
              <a:t>・利用者の安心感向上</a:t>
            </a:r>
          </a:p>
          <a:p>
            <a:r>
              <a:t>・常時警備員増員よりも低コストで効果的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リスク管理と対策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・誤対応防止：直接制止禁止、安全確保中心</a:t>
            </a:r>
          </a:p>
          <a:p>
            <a:r>
              <a:t>・責任の明確化：保険・免責制度を整備</a:t>
            </a:r>
          </a:p>
          <a:p>
            <a:r>
              <a:t>・身分偽装対策：顔写真付きID・アプリ認証</a:t>
            </a:r>
          </a:p>
          <a:p>
            <a:r>
              <a:t>・協力員の安全：危険回避優先を徹底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今後の展開（ロードマップ）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① 2026年度：パイロット導入（3路線・100名）</a:t>
            </a:r>
          </a:p>
          <a:p>
            <a:r>
              <a:t>② 2027年度：効果測定・制度改善</a:t>
            </a:r>
          </a:p>
          <a:p>
            <a:r>
              <a:t>③ 2028年度以降：全国展開・常設制度化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本制度は、市民の力を安全網に組み込む革新的な仕組み。</a:t>
            </a:r>
          </a:p>
          <a:p>
            <a:r>
              <a:t>鉄道会社・自治体・利用者が協働し、</a:t>
            </a:r>
          </a:p>
          <a:p>
            <a:r>
              <a:t>“安全・安心・参加型”の公共交通を実現する。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