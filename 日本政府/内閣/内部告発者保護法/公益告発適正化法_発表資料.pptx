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公益告発適正化法（仮称）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内部告発を安全かつ実効的に行うための新制度</a:t>
            </a:r>
          </a:p>
          <a:p>
            <a:r>
              <a:t>事前許可制・監督型モデル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制度創設の背景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・内部告発者が不利益を受けやすい</a:t>
            </a:r>
          </a:p>
          <a:p>
            <a:r>
              <a:t>・証拠収集が違法になりがち</a:t>
            </a:r>
          </a:p>
          <a:p>
            <a:r>
              <a:t>・不正が表に出にくい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制度の基本構造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① 告発委員会に事前相談</a:t>
            </a:r>
          </a:p>
          <a:p>
            <a:r>
              <a:t>② 指導・許可を受けて証拠収集</a:t>
            </a:r>
          </a:p>
          <a:p>
            <a:r>
              <a:t>③ 委員会が調査・是正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仕組みのたとえ：マンガのアニメ化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原作者＝内部告発者</a:t>
            </a:r>
          </a:p>
          <a:p>
            <a:r>
              <a:t>出版社＝企業・組織</a:t>
            </a:r>
          </a:p>
          <a:p>
            <a:r>
              <a:t>制作委員会＝公益告発委員会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マンガのアニメ化で考える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原作者が勝手にアニメ化すると契約違反</a:t>
            </a:r>
          </a:p>
          <a:p>
            <a:r>
              <a:t>→ 事前に制作委員会の承認が必要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制度との対応関係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原作者が制作委員会に相談</a:t>
            </a:r>
          </a:p>
          <a:p>
            <a:r>
              <a:t>→ 内容・表現範囲をチェック</a:t>
            </a:r>
          </a:p>
          <a:p>
            <a:r>
              <a:t>→ 承認後は安心して制作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この制度のポイント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・事前許可で線引きが明確</a:t>
            </a:r>
          </a:p>
          <a:p>
            <a:r>
              <a:t>・行き過ぎを防止</a:t>
            </a:r>
          </a:p>
          <a:p>
            <a:r>
              <a:t>・告発者を守りつつ不正摘発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期待される効果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・不正の早期発見</a:t>
            </a:r>
          </a:p>
          <a:p>
            <a:r>
              <a:t>・告発者の安全確保</a:t>
            </a:r>
          </a:p>
          <a:p>
            <a:r>
              <a:t>・社会的信頼の向上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内部告発を「無法」ではなく</a:t>
            </a:r>
          </a:p>
          <a:p>
            <a:r>
              <a:t>「管理された公益行為」に変える制度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