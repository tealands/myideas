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3056C2-EAAF-46E7-8CCA-B1C12C4F6BE2}" v="1" dt="2025-10-19T11:59:41.6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8" d="100"/>
          <a:sy n="38" d="100"/>
        </p:scale>
        <p:origin x="44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tapult typeR" userId="1eb73596b2575321" providerId="LiveId" clId="{20C18575-42FB-474B-92BD-2AAF7C4DF09C}"/>
    <pc:docChg chg="undo custSel addSld modSld">
      <pc:chgData name="catapult typeR" userId="1eb73596b2575321" providerId="LiveId" clId="{20C18575-42FB-474B-92BD-2AAF7C4DF09C}" dt="2025-10-19T12:16:48.292" v="414" actId="20577"/>
      <pc:docMkLst>
        <pc:docMk/>
      </pc:docMkLst>
      <pc:sldChg chg="modSp new mod">
        <pc:chgData name="catapult typeR" userId="1eb73596b2575321" providerId="LiveId" clId="{20C18575-42FB-474B-92BD-2AAF7C4DF09C}" dt="2025-10-19T11:47:06.837" v="19" actId="20577"/>
        <pc:sldMkLst>
          <pc:docMk/>
          <pc:sldMk cId="2593019760" sldId="256"/>
        </pc:sldMkLst>
        <pc:spChg chg="mod">
          <ac:chgData name="catapult typeR" userId="1eb73596b2575321" providerId="LiveId" clId="{20C18575-42FB-474B-92BD-2AAF7C4DF09C}" dt="2025-10-19T11:47:06.837" v="19" actId="20577"/>
          <ac:spMkLst>
            <pc:docMk/>
            <pc:sldMk cId="2593019760" sldId="256"/>
            <ac:spMk id="2" creationId="{2BA04367-C713-BFBE-6EFB-F94007FB3847}"/>
          </ac:spMkLst>
        </pc:spChg>
      </pc:sldChg>
      <pc:sldChg chg="modSp new mod">
        <pc:chgData name="catapult typeR" userId="1eb73596b2575321" providerId="LiveId" clId="{20C18575-42FB-474B-92BD-2AAF7C4DF09C}" dt="2025-10-19T11:47:28.625" v="64" actId="20577"/>
        <pc:sldMkLst>
          <pc:docMk/>
          <pc:sldMk cId="1671534993" sldId="257"/>
        </pc:sldMkLst>
        <pc:spChg chg="mod">
          <ac:chgData name="catapult typeR" userId="1eb73596b2575321" providerId="LiveId" clId="{20C18575-42FB-474B-92BD-2AAF7C4DF09C}" dt="2025-10-19T11:46:34.355" v="12" actId="122"/>
          <ac:spMkLst>
            <pc:docMk/>
            <pc:sldMk cId="1671534993" sldId="257"/>
            <ac:spMk id="2" creationId="{140F1970-8919-B1E2-C000-F9B15B6C566F}"/>
          </ac:spMkLst>
        </pc:spChg>
        <pc:spChg chg="mod">
          <ac:chgData name="catapult typeR" userId="1eb73596b2575321" providerId="LiveId" clId="{20C18575-42FB-474B-92BD-2AAF7C4DF09C}" dt="2025-10-19T11:47:28.625" v="64" actId="20577"/>
          <ac:spMkLst>
            <pc:docMk/>
            <pc:sldMk cId="1671534993" sldId="257"/>
            <ac:spMk id="3" creationId="{39168A20-1D3D-B7CA-FE91-B9E8889C8120}"/>
          </ac:spMkLst>
        </pc:spChg>
      </pc:sldChg>
      <pc:sldChg chg="modSp new mod">
        <pc:chgData name="catapult typeR" userId="1eb73596b2575321" providerId="LiveId" clId="{20C18575-42FB-474B-92BD-2AAF7C4DF09C}" dt="2025-10-19T11:50:27.366" v="179" actId="20577"/>
        <pc:sldMkLst>
          <pc:docMk/>
          <pc:sldMk cId="2201958303" sldId="258"/>
        </pc:sldMkLst>
        <pc:spChg chg="mod">
          <ac:chgData name="catapult typeR" userId="1eb73596b2575321" providerId="LiveId" clId="{20C18575-42FB-474B-92BD-2AAF7C4DF09C}" dt="2025-10-19T11:50:27.366" v="179" actId="20577"/>
          <ac:spMkLst>
            <pc:docMk/>
            <pc:sldMk cId="2201958303" sldId="258"/>
            <ac:spMk id="3" creationId="{35E939C6-C489-4205-72C3-709CD604B177}"/>
          </ac:spMkLst>
        </pc:spChg>
      </pc:sldChg>
      <pc:sldChg chg="delSp modSp new mod">
        <pc:chgData name="catapult typeR" userId="1eb73596b2575321" providerId="LiveId" clId="{20C18575-42FB-474B-92BD-2AAF7C4DF09C}" dt="2025-10-19T12:16:48.292" v="414" actId="20577"/>
        <pc:sldMkLst>
          <pc:docMk/>
          <pc:sldMk cId="893842757" sldId="259"/>
        </pc:sldMkLst>
        <pc:spChg chg="del">
          <ac:chgData name="catapult typeR" userId="1eb73596b2575321" providerId="LiveId" clId="{20C18575-42FB-474B-92BD-2AAF7C4DF09C}" dt="2025-10-19T11:50:40.353" v="181" actId="478"/>
          <ac:spMkLst>
            <pc:docMk/>
            <pc:sldMk cId="893842757" sldId="259"/>
            <ac:spMk id="2" creationId="{08F25013-A266-55BF-0D02-DACD5EBA74BB}"/>
          </ac:spMkLst>
        </pc:spChg>
        <pc:spChg chg="mod">
          <ac:chgData name="catapult typeR" userId="1eb73596b2575321" providerId="LiveId" clId="{20C18575-42FB-474B-92BD-2AAF7C4DF09C}" dt="2025-10-19T12:16:48.292" v="414" actId="20577"/>
          <ac:spMkLst>
            <pc:docMk/>
            <pc:sldMk cId="893842757" sldId="259"/>
            <ac:spMk id="3" creationId="{45D33B4B-BF82-CB62-F2DD-9F1D4B32D9AB}"/>
          </ac:spMkLst>
        </pc:spChg>
      </pc:sldChg>
      <pc:sldChg chg="addSp delSp modSp new mod setBg">
        <pc:chgData name="catapult typeR" userId="1eb73596b2575321" providerId="LiveId" clId="{20C18575-42FB-474B-92BD-2AAF7C4DF09C}" dt="2025-10-19T11:59:45.442" v="243" actId="26606"/>
        <pc:sldMkLst>
          <pc:docMk/>
          <pc:sldMk cId="755373604" sldId="260"/>
        </pc:sldMkLst>
        <pc:spChg chg="del">
          <ac:chgData name="catapult typeR" userId="1eb73596b2575321" providerId="LiveId" clId="{20C18575-42FB-474B-92BD-2AAF7C4DF09C}" dt="2025-10-19T11:56:23.744" v="237" actId="478"/>
          <ac:spMkLst>
            <pc:docMk/>
            <pc:sldMk cId="755373604" sldId="260"/>
            <ac:spMk id="2" creationId="{C5AC635D-E471-0D17-7589-E3FCF400927F}"/>
          </ac:spMkLst>
        </pc:spChg>
        <pc:spChg chg="del">
          <ac:chgData name="catapult typeR" userId="1eb73596b2575321" providerId="LiveId" clId="{20C18575-42FB-474B-92BD-2AAF7C4DF09C}" dt="2025-10-19T11:56:21.940" v="236" actId="478"/>
          <ac:spMkLst>
            <pc:docMk/>
            <pc:sldMk cId="755373604" sldId="260"/>
            <ac:spMk id="3" creationId="{709759A8-CEC2-4D0D-E1B3-5FAB6A88DCB2}"/>
          </ac:spMkLst>
        </pc:spChg>
        <pc:spChg chg="add">
          <ac:chgData name="catapult typeR" userId="1eb73596b2575321" providerId="LiveId" clId="{20C18575-42FB-474B-92BD-2AAF7C4DF09C}" dt="2025-10-19T11:59:09.690" v="238" actId="22"/>
          <ac:spMkLst>
            <pc:docMk/>
            <pc:sldMk cId="755373604" sldId="260"/>
            <ac:spMk id="5" creationId="{BD85D804-BF59-8497-6824-BB91D41B35BF}"/>
          </ac:spMkLst>
        </pc:spChg>
        <pc:spChg chg="add">
          <ac:chgData name="catapult typeR" userId="1eb73596b2575321" providerId="LiveId" clId="{20C18575-42FB-474B-92BD-2AAF7C4DF09C}" dt="2025-10-19T11:59:11.894" v="239" actId="22"/>
          <ac:spMkLst>
            <pc:docMk/>
            <pc:sldMk cId="755373604" sldId="260"/>
            <ac:spMk id="7" creationId="{3CE30D01-9EC5-903F-7F6C-BD76D5FB9A8D}"/>
          </ac:spMkLst>
        </pc:spChg>
        <pc:picChg chg="add mod ord">
          <ac:chgData name="catapult typeR" userId="1eb73596b2575321" providerId="LiveId" clId="{20C18575-42FB-474B-92BD-2AAF7C4DF09C}" dt="2025-10-19T11:59:45.442" v="243" actId="26606"/>
          <ac:picMkLst>
            <pc:docMk/>
            <pc:sldMk cId="755373604" sldId="260"/>
            <ac:picMk id="9" creationId="{2727D05E-C671-E922-E3CB-F22ED45548C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3C89FE-3397-F72E-B803-F151CF8A8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763B770-59FD-F85F-4E72-5231418CE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F66D67F-4480-1DCB-FB79-3ED19AD71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C5E0A-6883-407B-9315-09FF7859C978}" type="datetimeFigureOut">
              <a:rPr kumimoji="1" lang="ja-JP" altLang="en-US" smtClean="0"/>
              <a:t>2025/10/19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05E05B1-AE23-7B21-49A3-EACC9E742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6278B8B-15ED-35EE-59F3-3AAFA9A0F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DAA71-2BD2-40C0-96A9-DE344DBF9F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3597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D30469-D561-879A-57B4-BE66180AC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4027C5-560A-C77B-CE6C-B22426ABA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11DD33-87C6-B48F-6F2E-6E47E845D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C5E0A-6883-407B-9315-09FF7859C978}" type="datetimeFigureOut">
              <a:rPr kumimoji="1" lang="ja-JP" altLang="en-US" smtClean="0"/>
              <a:t>2025/10/19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BDB046-F4D9-5688-DB38-44536F944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1D80AE-D6A1-FD34-E17A-10F2EBB03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DAA71-2BD2-40C0-96A9-DE344DBF9F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523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D8A692-672B-0242-F951-80C71ECA0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1B4CD3A-3A3D-EB00-2635-2E967BCA7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BA31A6-2243-1542-0958-1E4974771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C5E0A-6883-407B-9315-09FF7859C978}" type="datetimeFigureOut">
              <a:rPr kumimoji="1" lang="ja-JP" altLang="en-US" smtClean="0"/>
              <a:t>2025/10/19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9270FC5-5146-A32A-94D0-E2592C2F9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B74B6B4-2235-1378-C9B2-53EBBB7FE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DAA71-2BD2-40C0-96A9-DE344DBF9F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0269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7898CF-6873-0CDE-358E-059D34179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91A399D-7171-1CBD-A742-91525B3938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B23122E-0703-7F36-BD6E-96A1895BB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71997BB-99D8-D5D5-D791-36108325D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C5E0A-6883-407B-9315-09FF7859C978}" type="datetimeFigureOut">
              <a:rPr kumimoji="1" lang="ja-JP" altLang="en-US" smtClean="0"/>
              <a:t>2025/10/19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67FCE26-D643-0FB3-10DF-50D778BDF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6AAEF00-1DEC-F52D-2E81-AE792E47D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DAA71-2BD2-40C0-96A9-DE344DBF9F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8571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3FA3C3-ABDE-375D-6901-9BCDECC8F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E836F41-9063-763F-6D1A-C36010A09A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7D226B1-9724-B789-6BE0-D295A634B8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EB96E39-DBFE-A7BC-A922-83EA1C4746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E5F86BC-32D0-E30E-7D77-A6A3450C8A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080EA99-1B6B-34E8-D267-AAB8C8C04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C5E0A-6883-407B-9315-09FF7859C978}" type="datetimeFigureOut">
              <a:rPr kumimoji="1" lang="ja-JP" altLang="en-US" smtClean="0"/>
              <a:t>2025/10/19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480DBEC-8E5D-DD66-B8BF-F70BDD7E4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EC94CB1-9650-B324-E417-51A686B51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DAA71-2BD2-40C0-96A9-DE344DBF9F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1441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02D561-98D4-9D71-6083-494486D20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742DAD5-573B-0DE0-6B88-287876796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C5E0A-6883-407B-9315-09FF7859C978}" type="datetimeFigureOut">
              <a:rPr kumimoji="1" lang="ja-JP" altLang="en-US" smtClean="0"/>
              <a:t>2025/10/19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C17B225-0822-907E-4796-E7CD0DAB8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05D04B1-F0C2-F379-F878-223BC1C0A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DAA71-2BD2-40C0-96A9-DE344DBF9F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0009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7227A38-0663-806B-2836-F5CE1D8AC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C5E0A-6883-407B-9315-09FF7859C978}" type="datetimeFigureOut">
              <a:rPr kumimoji="1" lang="ja-JP" altLang="en-US" smtClean="0"/>
              <a:t>2025/10/19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C8D8DC9-9565-972E-41FE-E18D4CFEF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39A25AC-29C6-7166-CE07-90778CB3A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DAA71-2BD2-40C0-96A9-DE344DBF9F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9343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A8EE66-075D-7504-DE76-15ECA82C9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537AD69-D5C1-AC58-EAA7-7A4015B9B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1ED1586-5B96-AB95-54C8-E338B7785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8C738BE-8B3D-A573-F20A-ABCCA936C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C5E0A-6883-407B-9315-09FF7859C978}" type="datetimeFigureOut">
              <a:rPr kumimoji="1" lang="ja-JP" altLang="en-US" smtClean="0"/>
              <a:t>2025/10/19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6D71847-E2E6-7A06-4B16-2949BC213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EFB8723-FC48-08F5-1008-5864FE5CB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DAA71-2BD2-40C0-96A9-DE344DBF9F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9071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7D4A4C-2716-7A39-1DDC-603F15C1C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BDE4AB0-2EB2-C628-5641-2AB2FCA7FB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DBB1427-FBD2-C628-624F-C10AE14A34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308875D-332A-D54A-6B09-A2CA5DC03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C5E0A-6883-407B-9315-09FF7859C978}" type="datetimeFigureOut">
              <a:rPr kumimoji="1" lang="ja-JP" altLang="en-US" smtClean="0"/>
              <a:t>2025/10/19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0F0BC5E-2A2E-754E-9545-C8729273A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7EA7CA-17EF-1D40-2E73-F819CADDD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DAA71-2BD2-40C0-96A9-DE344DBF9F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1124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6778C9-CC97-3BCA-E02A-42727A875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B77FB1F-E4BC-3A83-47B8-41AC9E63E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1491349-7715-8780-5724-766CC78EC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C5E0A-6883-407B-9315-09FF7859C978}" type="datetimeFigureOut">
              <a:rPr kumimoji="1" lang="ja-JP" altLang="en-US" smtClean="0"/>
              <a:t>2025/10/19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AB2DDD8-CED1-FF11-3BB9-FE1E8FE78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C76A6D0-E4C4-2DD5-1EB1-9C6BDD8EF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DAA71-2BD2-40C0-96A9-DE344DBF9F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0303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FD58AD6-A23A-B6B6-4CC6-B96FC9DFF4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31010EC-B694-481C-C515-6785ED4C50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071C42C-DE39-5AC9-3980-61121AAB7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C5E0A-6883-407B-9315-09FF7859C978}" type="datetimeFigureOut">
              <a:rPr kumimoji="1" lang="ja-JP" altLang="en-US" smtClean="0"/>
              <a:t>2025/10/19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BE5688-EA07-9841-6D69-A9A94CEE2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D4AB2D-FFF1-6149-9D44-03A596973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DAA71-2BD2-40C0-96A9-DE344DBF9F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1874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4095DEC-5325-9DE2-AD1F-6DBADD1FF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2AACB47-B6F2-664E-9316-5A0864ED4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9628F6-EEDC-D6D0-B7F1-C24CB1EA31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FC5E0A-6883-407B-9315-09FF7859C978}" type="datetimeFigureOut">
              <a:rPr kumimoji="1" lang="ja-JP" altLang="en-US" smtClean="0"/>
              <a:t>2025/10/19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D4129F4-3251-5184-3F36-B2F14FF20E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9D97C0C-B9BE-73ED-2911-4F25D09E2B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5DAA71-2BD2-40C0-96A9-DE344DBF9F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9645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A04367-C713-BFBE-6EFB-F94007FB38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赤いトランプ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89F1492-D8E1-471F-D403-15C4FC5F81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93019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0F1970-8919-B1E2-C000-F9B15B6C5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ja-JP" altLang="en-US" dirty="0"/>
              <a:t>概要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9168A20-1D3D-B7CA-FE91-B9E8889C8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共産主義をモチーフにしたトランプ</a:t>
            </a:r>
            <a:endParaRPr kumimoji="1"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71534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D8A79C-8D02-56EE-4170-D8CB9AEC8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5E939C6-C489-4205-72C3-709CD604B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スートは「星」「鎌と金槌」「銃」「歯車」</a:t>
            </a:r>
            <a:endParaRPr kumimoji="1" lang="en-US" altLang="ja-JP" dirty="0"/>
          </a:p>
          <a:p>
            <a:r>
              <a:rPr lang="en-US" altLang="ja-JP" dirty="0"/>
              <a:t>1~13</a:t>
            </a:r>
            <a:r>
              <a:rPr lang="ja-JP" altLang="en-US" dirty="0"/>
              <a:t>に対応する人物が描かれている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01958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5D33B4B-BF82-CB62-F2DD-9F1D4B32D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6310"/>
            <a:ext cx="10515600" cy="5960653"/>
          </a:xfrm>
        </p:spPr>
        <p:txBody>
          <a:bodyPr/>
          <a:lstStyle/>
          <a:p>
            <a:r>
              <a:rPr kumimoji="1" lang="ja-JP" altLang="en-US" dirty="0"/>
              <a:t>レーニン</a:t>
            </a:r>
            <a:endParaRPr kumimoji="1" lang="en-US" altLang="ja-JP" dirty="0"/>
          </a:p>
          <a:p>
            <a:r>
              <a:rPr lang="ja-JP" altLang="en-US" dirty="0"/>
              <a:t>スターリン</a:t>
            </a:r>
            <a:endParaRPr lang="en-US" altLang="ja-JP" dirty="0"/>
          </a:p>
          <a:p>
            <a:r>
              <a:rPr lang="ja-JP" altLang="en-US" dirty="0"/>
              <a:t>ヨシップブロズチトー</a:t>
            </a:r>
            <a:endParaRPr lang="en-US" altLang="ja-JP" dirty="0"/>
          </a:p>
          <a:p>
            <a:r>
              <a:rPr lang="ja-JP" altLang="en-US" dirty="0"/>
              <a:t>毛沢東</a:t>
            </a:r>
            <a:endParaRPr lang="en-US" altLang="ja-JP" dirty="0"/>
          </a:p>
          <a:p>
            <a:r>
              <a:rPr lang="ja-JP" altLang="en-US" dirty="0"/>
              <a:t>マレンコフ</a:t>
            </a:r>
            <a:endParaRPr lang="en-US" altLang="ja-JP" dirty="0"/>
          </a:p>
          <a:p>
            <a:r>
              <a:rPr lang="ja-JP" altLang="en-US" dirty="0"/>
              <a:t>ニキータフルシチョフ</a:t>
            </a:r>
            <a:endParaRPr lang="en-US" altLang="ja-JP" dirty="0"/>
          </a:p>
          <a:p>
            <a:r>
              <a:rPr lang="ja-JP" altLang="en-US" dirty="0"/>
              <a:t>ポルポト</a:t>
            </a:r>
            <a:endParaRPr lang="en-US" altLang="ja-JP" dirty="0"/>
          </a:p>
          <a:p>
            <a:r>
              <a:rPr lang="ja-JP" altLang="en-US" dirty="0"/>
              <a:t>ブレジネフ</a:t>
            </a:r>
            <a:endParaRPr lang="en-US" altLang="ja-JP" dirty="0"/>
          </a:p>
          <a:p>
            <a:r>
              <a:rPr lang="ja-JP" altLang="en-US" dirty="0"/>
              <a:t>ユーリアンドロポフ</a:t>
            </a:r>
            <a:endParaRPr lang="en-US" altLang="ja-JP" dirty="0"/>
          </a:p>
          <a:p>
            <a:r>
              <a:rPr lang="ja-JP" altLang="en-US" dirty="0"/>
              <a:t>コンスタンティンチェルネンコ</a:t>
            </a:r>
            <a:endParaRPr lang="en-US" altLang="ja-JP" dirty="0"/>
          </a:p>
          <a:p>
            <a:r>
              <a:rPr lang="ja-JP" altLang="en-US" dirty="0"/>
              <a:t>ゴルバチョフ</a:t>
            </a:r>
            <a:endParaRPr lang="en-US" altLang="ja-JP" dirty="0"/>
          </a:p>
          <a:p>
            <a:endParaRPr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93842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 descr="テキスト, 本, 男, 記号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2727D05E-C671-E922-E3CB-F22ED45548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6656" y="643466"/>
            <a:ext cx="3718687" cy="5571067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D85D804-BF59-8497-6824-BB91D41B35BF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CE30D01-9EC5-903F-7F6C-BD76D5FB9A8D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55373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45</Words>
  <Application>Microsoft Office PowerPoint</Application>
  <PresentationFormat>ワイド画面</PresentationFormat>
  <Paragraphs>16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赤いトランプ</vt:lpstr>
      <vt:lpstr>概要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catapult typeR</dc:creator>
  <cp:lastModifiedBy>catapult typeR</cp:lastModifiedBy>
  <cp:revision>1</cp:revision>
  <dcterms:created xsi:type="dcterms:W3CDTF">2025-10-19T11:46:12Z</dcterms:created>
  <dcterms:modified xsi:type="dcterms:W3CDTF">2025-10-19T12:16:53Z</dcterms:modified>
</cp:coreProperties>
</file>