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56" r:id="rId5"/>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548"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1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tapult typeR" userId="1eb73596b2575321" providerId="LiveId" clId="{20C18575-42FB-474B-92BD-2AAF7C4DF09C}"/>
    <pc:docChg chg="custSel addSld modSld">
      <pc:chgData name="catapult typeR" userId="1eb73596b2575321" providerId="LiveId" clId="{20C18575-42FB-474B-92BD-2AAF7C4DF09C}" dt="2025-10-10T01:38:35.750" v="26" actId="20577"/>
      <pc:docMkLst>
        <pc:docMk/>
      </pc:docMkLst>
      <pc:sldChg chg="new">
        <pc:chgData name="catapult typeR" userId="1eb73596b2575321" providerId="LiveId" clId="{20C18575-42FB-474B-92BD-2AAF7C4DF09C}" dt="2025-10-10T01:37:41.291" v="0" actId="680"/>
        <pc:sldMkLst>
          <pc:docMk/>
          <pc:sldMk cId="1285422512" sldId="256"/>
        </pc:sldMkLst>
      </pc:sldChg>
      <pc:sldChg chg="modSp new mod">
        <pc:chgData name="catapult typeR" userId="1eb73596b2575321" providerId="LiveId" clId="{20C18575-42FB-474B-92BD-2AAF7C4DF09C}" dt="2025-10-10T01:38:19.240" v="11" actId="20577"/>
        <pc:sldMkLst>
          <pc:docMk/>
          <pc:sldMk cId="969015032" sldId="257"/>
        </pc:sldMkLst>
        <pc:spChg chg="mod">
          <ac:chgData name="catapult typeR" userId="1eb73596b2575321" providerId="LiveId" clId="{20C18575-42FB-474B-92BD-2AAF7C4DF09C}" dt="2025-10-10T01:38:19.240" v="11" actId="20577"/>
          <ac:spMkLst>
            <pc:docMk/>
            <pc:sldMk cId="969015032" sldId="257"/>
            <ac:spMk id="2" creationId="{45C8EB7E-078C-D1F9-F879-D44489A4CE15}"/>
          </ac:spMkLst>
        </pc:spChg>
      </pc:sldChg>
      <pc:sldChg chg="delSp modSp new mod">
        <pc:chgData name="catapult typeR" userId="1eb73596b2575321" providerId="LiveId" clId="{20C18575-42FB-474B-92BD-2AAF7C4DF09C}" dt="2025-10-10T01:38:35.750" v="26" actId="20577"/>
        <pc:sldMkLst>
          <pc:docMk/>
          <pc:sldMk cId="3695483921" sldId="258"/>
        </pc:sldMkLst>
        <pc:spChg chg="del">
          <ac:chgData name="catapult typeR" userId="1eb73596b2575321" providerId="LiveId" clId="{20C18575-42FB-474B-92BD-2AAF7C4DF09C}" dt="2025-10-10T01:38:26.440" v="12" actId="478"/>
          <ac:spMkLst>
            <pc:docMk/>
            <pc:sldMk cId="3695483921" sldId="258"/>
            <ac:spMk id="2" creationId="{FF0F9866-957C-D2FC-4938-1AB63F252D68}"/>
          </ac:spMkLst>
        </pc:spChg>
        <pc:spChg chg="mod">
          <ac:chgData name="catapult typeR" userId="1eb73596b2575321" providerId="LiveId" clId="{20C18575-42FB-474B-92BD-2AAF7C4DF09C}" dt="2025-10-10T01:38:35.750" v="26" actId="20577"/>
          <ac:spMkLst>
            <pc:docMk/>
            <pc:sldMk cId="3695483921" sldId="258"/>
            <ac:spMk id="3" creationId="{B4E69D56-BF57-08BB-1241-CB025C38543B}"/>
          </ac:spMkLst>
        </pc:spChg>
      </pc:sldChg>
      <pc:sldMasterChg chg="addSldLayout">
        <pc:chgData name="catapult typeR" userId="1eb73596b2575321" providerId="LiveId" clId="{20C18575-42FB-474B-92BD-2AAF7C4DF09C}" dt="2025-10-10T01:37:41.291" v="0" actId="680"/>
        <pc:sldMasterMkLst>
          <pc:docMk/>
          <pc:sldMasterMk cId="4168764436" sldId="2147483648"/>
        </pc:sldMasterMkLst>
        <pc:sldLayoutChg chg="add">
          <pc:chgData name="catapult typeR" userId="1eb73596b2575321" providerId="LiveId" clId="{20C18575-42FB-474B-92BD-2AAF7C4DF09C}" dt="2025-10-10T01:37:41.291" v="0" actId="680"/>
          <pc:sldLayoutMkLst>
            <pc:docMk/>
            <pc:sldMasterMk cId="4168764436" sldId="2147483648"/>
            <pc:sldLayoutMk cId="944195591" sldId="2147483649"/>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33F2CCB-1D30-3DE4-FF4C-06B24D5EA40A}"/>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6C2C79D9-0A7C-0965-4C2B-5F7148281ADA}"/>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Tree>
    <p:extLst>
      <p:ext uri="{BB962C8B-B14F-4D97-AF65-F5344CB8AC3E}">
        <p14:creationId xmlns:p14="http://schemas.microsoft.com/office/powerpoint/2010/main" val="944195591"/>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68764436"/>
      </p:ext>
    </p:extLst>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5C8EB7E-078C-D1F9-F879-D44489A4CE15}"/>
              </a:ext>
            </a:extLst>
          </p:cNvPr>
          <p:cNvSpPr>
            <a:spLocks noGrp="1"/>
          </p:cNvSpPr>
          <p:nvPr>
            <p:ph type="ctrTitle"/>
          </p:nvPr>
        </p:nvSpPr>
        <p:spPr/>
        <p:txBody>
          <a:bodyPr/>
          <a:lstStyle/>
          <a:p>
            <a:r>
              <a:rPr kumimoji="1" lang="ja-JP" altLang="en-US" dirty="0"/>
              <a:t>デジタル参り墓</a:t>
            </a:r>
          </a:p>
        </p:txBody>
      </p:sp>
      <p:sp>
        <p:nvSpPr>
          <p:cNvPr id="3" name="字幕 2">
            <a:extLst>
              <a:ext uri="{FF2B5EF4-FFF2-40B4-BE49-F238E27FC236}">
                <a16:creationId xmlns:a16="http://schemas.microsoft.com/office/drawing/2014/main" id="{E3FFBC4C-F326-F497-C109-2CBC1EC570F3}"/>
              </a:ext>
            </a:extLst>
          </p:cNvPr>
          <p:cNvSpPr>
            <a:spLocks noGrp="1"/>
          </p:cNvSpPr>
          <p:nvPr>
            <p:ph type="subTitle" idx="1"/>
          </p:nvPr>
        </p:nvSpPr>
        <p:spPr/>
        <p:txBody>
          <a:bodyPr/>
          <a:lstStyle/>
          <a:p>
            <a:endParaRPr kumimoji="1" lang="ja-JP" altLang="en-US" dirty="0"/>
          </a:p>
        </p:txBody>
      </p:sp>
    </p:spTree>
    <p:extLst>
      <p:ext uri="{BB962C8B-B14F-4D97-AF65-F5344CB8AC3E}">
        <p14:creationId xmlns:p14="http://schemas.microsoft.com/office/powerpoint/2010/main" val="9690150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字幕 2">
            <a:extLst>
              <a:ext uri="{FF2B5EF4-FFF2-40B4-BE49-F238E27FC236}">
                <a16:creationId xmlns:a16="http://schemas.microsoft.com/office/drawing/2014/main" id="{B4E69D56-BF57-08BB-1241-CB025C38543B}"/>
              </a:ext>
            </a:extLst>
          </p:cNvPr>
          <p:cNvSpPr>
            <a:spLocks noGrp="1"/>
          </p:cNvSpPr>
          <p:nvPr>
            <p:ph type="subTitle" idx="1"/>
          </p:nvPr>
        </p:nvSpPr>
        <p:spPr>
          <a:xfrm>
            <a:off x="1524000" y="530942"/>
            <a:ext cx="9144000" cy="4726858"/>
          </a:xfrm>
        </p:spPr>
        <p:txBody>
          <a:bodyPr/>
          <a:lstStyle/>
          <a:p>
            <a:r>
              <a:rPr kumimoji="1" lang="ja-JP" altLang="en-US" dirty="0"/>
              <a:t>概要</a:t>
            </a:r>
            <a:endParaRPr kumimoji="1" lang="en-US" altLang="ja-JP" dirty="0"/>
          </a:p>
          <a:p>
            <a:r>
              <a:rPr lang="ja-JP" altLang="en-US" dirty="0"/>
              <a:t>土地の不足や管理者の不足による墓管理の限界から墓をデジタルにする。</a:t>
            </a:r>
            <a:endParaRPr lang="en-US" altLang="ja-JP" dirty="0"/>
          </a:p>
          <a:p>
            <a:r>
              <a:rPr kumimoji="1" lang="ja-JP" altLang="en-US" dirty="0"/>
              <a:t>遺体は各々で管理または埋葬する。</a:t>
            </a:r>
          </a:p>
        </p:txBody>
      </p:sp>
    </p:spTree>
    <p:extLst>
      <p:ext uri="{BB962C8B-B14F-4D97-AF65-F5344CB8AC3E}">
        <p14:creationId xmlns:p14="http://schemas.microsoft.com/office/powerpoint/2010/main" val="36954839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9C6F5-0563-C911-8903-33AE3456F05C}"/>
            </a:ext>
          </a:extLst>
        </p:cNvPr>
        <p:cNvGrpSpPr/>
        <p:nvPr/>
      </p:nvGrpSpPr>
      <p:grpSpPr>
        <a:xfrm>
          <a:off x="0" y="0"/>
          <a:ext cx="0" cy="0"/>
          <a:chOff x="0" y="0"/>
          <a:chExt cx="0" cy="0"/>
        </a:xfrm>
      </p:grpSpPr>
      <p:sp>
        <p:nvSpPr>
          <p:cNvPr id="3" name="字幕 2">
            <a:extLst>
              <a:ext uri="{FF2B5EF4-FFF2-40B4-BE49-F238E27FC236}">
                <a16:creationId xmlns:a16="http://schemas.microsoft.com/office/drawing/2014/main" id="{7F27B5B7-F3AB-5A4A-393B-BE7F4DAE3114}"/>
              </a:ext>
            </a:extLst>
          </p:cNvPr>
          <p:cNvSpPr>
            <a:spLocks noGrp="1"/>
          </p:cNvSpPr>
          <p:nvPr>
            <p:ph type="subTitle" idx="1"/>
          </p:nvPr>
        </p:nvSpPr>
        <p:spPr>
          <a:xfrm>
            <a:off x="1524000" y="530942"/>
            <a:ext cx="9144000" cy="4726858"/>
          </a:xfrm>
        </p:spPr>
        <p:txBody>
          <a:bodyPr/>
          <a:lstStyle/>
          <a:p>
            <a:r>
              <a:rPr lang="ja-JP" altLang="en-US" dirty="0"/>
              <a:t>案</a:t>
            </a:r>
            <a:endParaRPr lang="en-US" altLang="ja-JP" dirty="0"/>
          </a:p>
          <a:p>
            <a:r>
              <a:rPr lang="ja-JP" altLang="en-US" dirty="0"/>
              <a:t>・人によって誰でもアクセスできるようにしたり、特定の人にだけ限定したりできるようにする</a:t>
            </a:r>
            <a:endParaRPr lang="en-US" altLang="ja-JP" dirty="0"/>
          </a:p>
          <a:p>
            <a:r>
              <a:rPr kumimoji="1" lang="ja-JP" altLang="en-US" dirty="0"/>
              <a:t>・</a:t>
            </a:r>
            <a:endParaRPr kumimoji="1" lang="en-US" altLang="ja-JP" dirty="0"/>
          </a:p>
        </p:txBody>
      </p:sp>
    </p:spTree>
    <p:extLst>
      <p:ext uri="{BB962C8B-B14F-4D97-AF65-F5344CB8AC3E}">
        <p14:creationId xmlns:p14="http://schemas.microsoft.com/office/powerpoint/2010/main" val="30959803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21960BF-B655-D978-AB4D-29C0255D3C50}"/>
              </a:ext>
            </a:extLst>
          </p:cNvPr>
          <p:cNvSpPr>
            <a:spLocks noGrp="1"/>
          </p:cNvSpPr>
          <p:nvPr>
            <p:ph type="ctrTitle"/>
          </p:nvPr>
        </p:nvSpPr>
        <p:spPr/>
        <p:txBody>
          <a:bodyPr/>
          <a:lstStyle/>
          <a:p>
            <a:endParaRPr kumimoji="1" lang="ja-JP" altLang="en-US"/>
          </a:p>
        </p:txBody>
      </p:sp>
      <p:sp>
        <p:nvSpPr>
          <p:cNvPr id="3" name="字幕 2">
            <a:extLst>
              <a:ext uri="{FF2B5EF4-FFF2-40B4-BE49-F238E27FC236}">
                <a16:creationId xmlns:a16="http://schemas.microsoft.com/office/drawing/2014/main" id="{28FA2137-7F49-BAA0-8B9E-4D0770A41483}"/>
              </a:ext>
            </a:extLst>
          </p:cNvPr>
          <p:cNvSpPr>
            <a:spLocks noGrp="1"/>
          </p:cNvSpPr>
          <p:nvPr>
            <p:ph type="subTitle" idx="1"/>
          </p:nvPr>
        </p:nvSpPr>
        <p:spPr/>
        <p:txBody>
          <a:bodyPr/>
          <a:lstStyle/>
          <a:p>
            <a:endParaRPr kumimoji="1" lang="ja-JP" altLang="en-US"/>
          </a:p>
        </p:txBody>
      </p:sp>
    </p:spTree>
    <p:extLst>
      <p:ext uri="{BB962C8B-B14F-4D97-AF65-F5344CB8AC3E}">
        <p14:creationId xmlns:p14="http://schemas.microsoft.com/office/powerpoint/2010/main" val="1285422512"/>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58</Words>
  <Application>Microsoft Office PowerPoint</Application>
  <PresentationFormat>ワイド画面</PresentationFormat>
  <Paragraphs>7</Paragraphs>
  <Slides>4</Slides>
  <Notes>0</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4</vt:i4>
      </vt:variant>
    </vt:vector>
  </HeadingPairs>
  <TitlesOfParts>
    <vt:vector size="6" baseType="lpstr">
      <vt:lpstr>Arial</vt:lpstr>
      <vt:lpstr>Office テーマ</vt:lpstr>
      <vt:lpstr>デジタル参り墓</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catapult typeR</dc:creator>
  <cp:lastModifiedBy>catapult typeR</cp:lastModifiedBy>
  <cp:revision>2</cp:revision>
  <dcterms:created xsi:type="dcterms:W3CDTF">2025-10-10T01:37:37Z</dcterms:created>
  <dcterms:modified xsi:type="dcterms:W3CDTF">2025-10-31T02:21:34Z</dcterms:modified>
</cp:coreProperties>
</file>