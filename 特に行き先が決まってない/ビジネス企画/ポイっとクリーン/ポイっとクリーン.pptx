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7" r:id="rId4"/>
    <p:sldId id="258" r:id="rId5"/>
    <p:sldId id="261" r:id="rId6"/>
    <p:sldId id="259" r:id="rId7"/>
    <p:sldId id="260" r:id="rId8"/>
    <p:sldId id="263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mamoto.h" userId="9bc36684-b81a-48c1-998b-6c9bcac10f41" providerId="ADAL" clId="{DA28E4D5-2C08-43F4-8743-BE2D6A3DF3B8}"/>
    <pc:docChg chg="undo custSel addSld modSld sldOrd">
      <pc:chgData name="yamamoto.h" userId="9bc36684-b81a-48c1-998b-6c9bcac10f41" providerId="ADAL" clId="{DA28E4D5-2C08-43F4-8743-BE2D6A3DF3B8}" dt="2025-06-09T04:13:22.720" v="158" actId="255"/>
      <pc:docMkLst>
        <pc:docMk/>
      </pc:docMkLst>
      <pc:sldChg chg="modSp mod">
        <pc:chgData name="yamamoto.h" userId="9bc36684-b81a-48c1-998b-6c9bcac10f41" providerId="ADAL" clId="{DA28E4D5-2C08-43F4-8743-BE2D6A3DF3B8}" dt="2025-06-09T04:11:39.916" v="133" actId="255"/>
        <pc:sldMkLst>
          <pc:docMk/>
          <pc:sldMk cId="0" sldId="257"/>
        </pc:sldMkLst>
        <pc:spChg chg="mod">
          <ac:chgData name="yamamoto.h" userId="9bc36684-b81a-48c1-998b-6c9bcac10f41" providerId="ADAL" clId="{DA28E4D5-2C08-43F4-8743-BE2D6A3DF3B8}" dt="2025-06-09T04:11:39.916" v="133" actId="255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yamamoto.h" userId="9bc36684-b81a-48c1-998b-6c9bcac10f41" providerId="ADAL" clId="{DA28E4D5-2C08-43F4-8743-BE2D6A3DF3B8}" dt="2025-06-09T04:11:47.254" v="134" actId="255"/>
        <pc:sldMkLst>
          <pc:docMk/>
          <pc:sldMk cId="0" sldId="258"/>
        </pc:sldMkLst>
        <pc:spChg chg="mod">
          <ac:chgData name="yamamoto.h" userId="9bc36684-b81a-48c1-998b-6c9bcac10f41" providerId="ADAL" clId="{DA28E4D5-2C08-43F4-8743-BE2D6A3DF3B8}" dt="2025-06-09T04:11:47.254" v="134" actId="255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yamamoto.h" userId="9bc36684-b81a-48c1-998b-6c9bcac10f41" providerId="ADAL" clId="{DA28E4D5-2C08-43F4-8743-BE2D6A3DF3B8}" dt="2025-06-09T04:12:05.224" v="136" actId="255"/>
        <pc:sldMkLst>
          <pc:docMk/>
          <pc:sldMk cId="0" sldId="259"/>
        </pc:sldMkLst>
        <pc:spChg chg="mod">
          <ac:chgData name="yamamoto.h" userId="9bc36684-b81a-48c1-998b-6c9bcac10f41" providerId="ADAL" clId="{DA28E4D5-2C08-43F4-8743-BE2D6A3DF3B8}" dt="2025-06-09T04:12:05.224" v="136" actId="255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yamamoto.h" userId="9bc36684-b81a-48c1-998b-6c9bcac10f41" providerId="ADAL" clId="{DA28E4D5-2C08-43F4-8743-BE2D6A3DF3B8}" dt="2025-06-09T04:12:59.472" v="155" actId="122"/>
        <pc:sldMkLst>
          <pc:docMk/>
          <pc:sldMk cId="0" sldId="260"/>
        </pc:sldMkLst>
        <pc:spChg chg="mod">
          <ac:chgData name="yamamoto.h" userId="9bc36684-b81a-48c1-998b-6c9bcac10f41" providerId="ADAL" clId="{DA28E4D5-2C08-43F4-8743-BE2D6A3DF3B8}" dt="2025-06-09T04:12:59.472" v="155" actId="122"/>
          <ac:spMkLst>
            <pc:docMk/>
            <pc:sldMk cId="0" sldId="260"/>
            <ac:spMk id="2" creationId="{00000000-0000-0000-0000-000000000000}"/>
          </ac:spMkLst>
        </pc:spChg>
      </pc:sldChg>
      <pc:sldChg chg="modSp mod ord">
        <pc:chgData name="yamamoto.h" userId="9bc36684-b81a-48c1-998b-6c9bcac10f41" providerId="ADAL" clId="{DA28E4D5-2C08-43F4-8743-BE2D6A3DF3B8}" dt="2025-06-09T04:11:55.443" v="135" actId="255"/>
        <pc:sldMkLst>
          <pc:docMk/>
          <pc:sldMk cId="0" sldId="261"/>
        </pc:sldMkLst>
        <pc:spChg chg="mod">
          <ac:chgData name="yamamoto.h" userId="9bc36684-b81a-48c1-998b-6c9bcac10f41" providerId="ADAL" clId="{DA28E4D5-2C08-43F4-8743-BE2D6A3DF3B8}" dt="2025-06-09T04:11:55.443" v="135" actId="255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yamamoto.h" userId="9bc36684-b81a-48c1-998b-6c9bcac10f41" providerId="ADAL" clId="{DA28E4D5-2C08-43F4-8743-BE2D6A3DF3B8}" dt="2025-06-09T04:13:08.538" v="156" actId="255"/>
        <pc:sldMkLst>
          <pc:docMk/>
          <pc:sldMk cId="0" sldId="263"/>
        </pc:sldMkLst>
        <pc:spChg chg="mod">
          <ac:chgData name="yamamoto.h" userId="9bc36684-b81a-48c1-998b-6c9bcac10f41" providerId="ADAL" clId="{DA28E4D5-2C08-43F4-8743-BE2D6A3DF3B8}" dt="2025-06-09T04:13:08.538" v="156" actId="255"/>
          <ac:spMkLst>
            <pc:docMk/>
            <pc:sldMk cId="0" sldId="263"/>
            <ac:spMk id="2" creationId="{00000000-0000-0000-0000-000000000000}"/>
          </ac:spMkLst>
        </pc:spChg>
      </pc:sldChg>
      <pc:sldChg chg="modSp mod">
        <pc:chgData name="yamamoto.h" userId="9bc36684-b81a-48c1-998b-6c9bcac10f41" providerId="ADAL" clId="{DA28E4D5-2C08-43F4-8743-BE2D6A3DF3B8}" dt="2025-06-09T04:13:15.940" v="157" actId="255"/>
        <pc:sldMkLst>
          <pc:docMk/>
          <pc:sldMk cId="0" sldId="265"/>
        </pc:sldMkLst>
        <pc:spChg chg="mod">
          <ac:chgData name="yamamoto.h" userId="9bc36684-b81a-48c1-998b-6c9bcac10f41" providerId="ADAL" clId="{DA28E4D5-2C08-43F4-8743-BE2D6A3DF3B8}" dt="2025-06-09T04:13:15.940" v="157" actId="255"/>
          <ac:spMkLst>
            <pc:docMk/>
            <pc:sldMk cId="0" sldId="265"/>
            <ac:spMk id="2" creationId="{00000000-0000-0000-0000-000000000000}"/>
          </ac:spMkLst>
        </pc:spChg>
      </pc:sldChg>
      <pc:sldChg chg="modSp mod">
        <pc:chgData name="yamamoto.h" userId="9bc36684-b81a-48c1-998b-6c9bcac10f41" providerId="ADAL" clId="{DA28E4D5-2C08-43F4-8743-BE2D6A3DF3B8}" dt="2025-06-09T04:13:22.720" v="158" actId="255"/>
        <pc:sldMkLst>
          <pc:docMk/>
          <pc:sldMk cId="0" sldId="266"/>
        </pc:sldMkLst>
        <pc:spChg chg="mod">
          <ac:chgData name="yamamoto.h" userId="9bc36684-b81a-48c1-998b-6c9bcac10f41" providerId="ADAL" clId="{DA28E4D5-2C08-43F4-8743-BE2D6A3DF3B8}" dt="2025-06-09T04:13:22.720" v="158" actId="255"/>
          <ac:spMkLst>
            <pc:docMk/>
            <pc:sldMk cId="0" sldId="266"/>
            <ac:spMk id="2" creationId="{00000000-0000-0000-0000-000000000000}"/>
          </ac:spMkLst>
        </pc:spChg>
      </pc:sldChg>
      <pc:sldChg chg="modSp new mod">
        <pc:chgData name="yamamoto.h" userId="9bc36684-b81a-48c1-998b-6c9bcac10f41" providerId="ADAL" clId="{DA28E4D5-2C08-43F4-8743-BE2D6A3DF3B8}" dt="2025-06-09T04:11:34.401" v="132" actId="27636"/>
        <pc:sldMkLst>
          <pc:docMk/>
          <pc:sldMk cId="41723022" sldId="267"/>
        </pc:sldMkLst>
        <pc:spChg chg="mod">
          <ac:chgData name="yamamoto.h" userId="9bc36684-b81a-48c1-998b-6c9bcac10f41" providerId="ADAL" clId="{DA28E4D5-2C08-43F4-8743-BE2D6A3DF3B8}" dt="2025-06-09T04:11:24.204" v="130" actId="255"/>
          <ac:spMkLst>
            <pc:docMk/>
            <pc:sldMk cId="41723022" sldId="267"/>
            <ac:spMk id="2" creationId="{96D27E8A-5FAD-1076-B90B-776492EAB57D}"/>
          </ac:spMkLst>
        </pc:spChg>
        <pc:spChg chg="mod">
          <ac:chgData name="yamamoto.h" userId="9bc36684-b81a-48c1-998b-6c9bcac10f41" providerId="ADAL" clId="{DA28E4D5-2C08-43F4-8743-BE2D6A3DF3B8}" dt="2025-06-09T04:11:34.401" v="132" actId="27636"/>
          <ac:spMkLst>
            <pc:docMk/>
            <pc:sldMk cId="41723022" sldId="267"/>
            <ac:spMk id="3" creationId="{E8FCD07A-1AAC-87BE-5DCE-A82364A5AA2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ポイッとクリーン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観光地・イベント向け 有料ごみ回収サービス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D27E8A-5FAD-1076-B90B-776492EAB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ja-JP" altLang="en-US" sz="6600" dirty="0"/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FCD07A-1AAC-87BE-5DCE-A82364A5A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sz="4000" dirty="0"/>
              <a:t>課題認識</a:t>
            </a:r>
            <a:endParaRPr kumimoji="1" lang="en-US" altLang="ja-JP" sz="4000" dirty="0"/>
          </a:p>
          <a:p>
            <a:r>
              <a:rPr kumimoji="1" lang="ja-JP" altLang="en-US" sz="4000" dirty="0"/>
              <a:t>サービス概要</a:t>
            </a:r>
            <a:endParaRPr kumimoji="1" lang="en-US" altLang="ja-JP" sz="4000" dirty="0"/>
          </a:p>
          <a:p>
            <a:r>
              <a:rPr kumimoji="1" lang="ja-JP" altLang="en-US" sz="4000" dirty="0"/>
              <a:t>顧客・事業者のメリット</a:t>
            </a:r>
            <a:endParaRPr kumimoji="1" lang="en-US" altLang="ja-JP" sz="4000" dirty="0"/>
          </a:p>
          <a:p>
            <a:r>
              <a:rPr kumimoji="1" lang="ja-JP" altLang="en-US" sz="4000" dirty="0"/>
              <a:t>コスト</a:t>
            </a:r>
            <a:endParaRPr kumimoji="1" lang="en-US" altLang="ja-JP" sz="4000" dirty="0"/>
          </a:p>
          <a:p>
            <a:r>
              <a:rPr kumimoji="1" lang="ja-JP" altLang="en-US" sz="4000" dirty="0"/>
              <a:t>今後の展望</a:t>
            </a:r>
            <a:endParaRPr kumimoji="1" lang="en-US" altLang="ja-JP" sz="4000" dirty="0"/>
          </a:p>
          <a:p>
            <a:r>
              <a:rPr kumimoji="1" lang="ja-JP" altLang="en-US" sz="4000" dirty="0"/>
              <a:t>まとめ</a:t>
            </a:r>
            <a:br>
              <a:rPr kumimoji="1" lang="en-US" altLang="ja-JP" dirty="0"/>
            </a:b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723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dirty="0" err="1"/>
              <a:t>課題認識</a:t>
            </a:r>
            <a:endParaRPr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観光地でのポイ捨て・ゴミ箱不足</a:t>
            </a:r>
            <a:endParaRPr dirty="0"/>
          </a:p>
          <a:p>
            <a:r>
              <a:rPr dirty="0" err="1"/>
              <a:t>観光客はゴミを持ち帰る手間や不快感</a:t>
            </a:r>
            <a:endParaRPr dirty="0"/>
          </a:p>
          <a:p>
            <a:r>
              <a:rPr dirty="0" err="1"/>
              <a:t>清掃費用の増大、自治体の負担増</a:t>
            </a:r>
            <a:endParaRPr dirty="0"/>
          </a:p>
          <a:p>
            <a:r>
              <a:rPr dirty="0" err="1"/>
              <a:t>高齢者や副業希望者の就労機会の不足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dirty="0" err="1"/>
              <a:t>サービス概要</a:t>
            </a:r>
            <a:endParaRPr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数十円で即時ごみを引き取り</a:t>
            </a:r>
            <a:endParaRPr dirty="0"/>
          </a:p>
          <a:p>
            <a:r>
              <a:rPr dirty="0" err="1"/>
              <a:t>地元住民・副業人材が回収スタッフとして活動</a:t>
            </a:r>
            <a:endParaRPr dirty="0"/>
          </a:p>
          <a:p>
            <a:r>
              <a:rPr dirty="0" err="1"/>
              <a:t>集めたごみは本部が一括回収・処理</a:t>
            </a:r>
            <a:endParaRPr dirty="0"/>
          </a:p>
          <a:p>
            <a:r>
              <a:rPr dirty="0" err="1"/>
              <a:t>街をキレイに、働き方に</a:t>
            </a:r>
            <a:r>
              <a:rPr lang="ja-JP" altLang="en-US" dirty="0"/>
              <a:t>柔軟</a:t>
            </a:r>
            <a:r>
              <a:rPr dirty="0" err="1"/>
              <a:t>性を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dirty="0" err="1"/>
              <a:t>ビジネスモデル</a:t>
            </a:r>
            <a:endParaRPr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観光客→ごみを渡して料金支払い</a:t>
            </a:r>
            <a:endParaRPr dirty="0"/>
          </a:p>
          <a:p>
            <a:r>
              <a:rPr dirty="0" err="1"/>
              <a:t>スタッフ→バッグで回収・一時保管</a:t>
            </a:r>
            <a:endParaRPr dirty="0"/>
          </a:p>
          <a:p>
            <a:r>
              <a:rPr dirty="0" err="1"/>
              <a:t>本部→トラックで一括処理＋報酬支払い</a:t>
            </a:r>
            <a:endParaRPr dirty="0"/>
          </a:p>
          <a:p>
            <a:r>
              <a:rPr dirty="0"/>
              <a:t>本部取り分：10〜20％の管理収益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dirty="0" err="1"/>
              <a:t>顧客のメリット</a:t>
            </a:r>
            <a:endParaRPr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手ぶらで観光が楽しめる</a:t>
            </a:r>
            <a:endParaRPr dirty="0"/>
          </a:p>
          <a:p>
            <a:r>
              <a:rPr dirty="0" err="1"/>
              <a:t>ごみ箱探しや持ち帰り不要</a:t>
            </a:r>
            <a:endParaRPr dirty="0"/>
          </a:p>
          <a:p>
            <a:r>
              <a:rPr dirty="0" err="1"/>
              <a:t>罪悪感のあるポイ捨てを防止</a:t>
            </a:r>
            <a:endParaRPr dirty="0"/>
          </a:p>
          <a:p>
            <a:r>
              <a:rPr dirty="0"/>
              <a:t>少額（30〜50円）で気軽に利用可能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274638"/>
            <a:ext cx="7891272" cy="1143000"/>
          </a:xfrm>
        </p:spPr>
        <p:txBody>
          <a:bodyPr>
            <a:noAutofit/>
          </a:bodyPr>
          <a:lstStyle/>
          <a:p>
            <a:r>
              <a:rPr sz="6000" dirty="0" err="1"/>
              <a:t>事業者</a:t>
            </a:r>
            <a:r>
              <a:rPr lang="ja-JP" altLang="en-US" sz="6000" dirty="0"/>
              <a:t>側</a:t>
            </a:r>
            <a:r>
              <a:rPr sz="6000" dirty="0" err="1"/>
              <a:t>のメリット</a:t>
            </a:r>
            <a:endParaRPr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複雑な技術不要で誰でも働ける</a:t>
            </a:r>
            <a:endParaRPr dirty="0"/>
          </a:p>
          <a:p>
            <a:r>
              <a:rPr dirty="0" err="1"/>
              <a:t>成果報酬型でリスクが低い</a:t>
            </a:r>
            <a:endParaRPr dirty="0"/>
          </a:p>
          <a:p>
            <a:r>
              <a:rPr dirty="0" err="1"/>
              <a:t>スタッフは副業・高齢者なども対象</a:t>
            </a:r>
            <a:endParaRPr dirty="0"/>
          </a:p>
          <a:p>
            <a:r>
              <a:rPr dirty="0" err="1"/>
              <a:t>地域貢献につながる事業として好印象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dirty="0" err="1"/>
              <a:t>初期費用・運用コスト</a:t>
            </a:r>
            <a:endParaRPr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トラック・運転手：400万円</a:t>
            </a:r>
          </a:p>
          <a:p>
            <a:r>
              <a:rPr lang="ja-JP" altLang="en-US" dirty="0"/>
              <a:t>ポリ袋など</a:t>
            </a:r>
            <a:r>
              <a:rPr dirty="0"/>
              <a:t>：10万円程度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dirty="0" err="1"/>
              <a:t>今後の展望・差別化</a:t>
            </a:r>
            <a:endParaRPr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自治体と連携し「ポイ捨て</a:t>
            </a:r>
            <a:r>
              <a:rPr lang="ja-JP" altLang="en-US" dirty="0"/>
              <a:t>ゴミ</a:t>
            </a:r>
            <a:r>
              <a:rPr dirty="0" err="1"/>
              <a:t>ゼロ都市」へ</a:t>
            </a:r>
            <a:endParaRPr dirty="0"/>
          </a:p>
          <a:p>
            <a:r>
              <a:rPr dirty="0" err="1"/>
              <a:t>SDGs貢献</a:t>
            </a:r>
            <a:r>
              <a:rPr lang="ja-JP" altLang="en-US" dirty="0"/>
              <a:t>を全面的に支持</a:t>
            </a:r>
            <a:endParaRPr lang="en-US" altLang="ja-JP" dirty="0"/>
          </a:p>
          <a:p>
            <a:r>
              <a:rPr lang="ja-JP" altLang="en-US" dirty="0"/>
              <a:t>警察と連携し、ポイ捨ての取り締まり強化</a:t>
            </a:r>
            <a:endParaRPr dirty="0"/>
          </a:p>
          <a:p>
            <a:r>
              <a:rPr dirty="0" err="1"/>
              <a:t>広告付きバッグ・アプリ連携で追加収益</a:t>
            </a:r>
            <a:endParaRPr dirty="0"/>
          </a:p>
          <a:p>
            <a:r>
              <a:rPr dirty="0" err="1"/>
              <a:t>海外観光地への展開も視野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dirty="0" err="1"/>
              <a:t>まとめ</a:t>
            </a:r>
            <a:endParaRPr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ゴミ問題と雇用問題を同時に解決</a:t>
            </a:r>
            <a:endParaRPr dirty="0"/>
          </a:p>
          <a:p>
            <a:r>
              <a:rPr dirty="0" err="1"/>
              <a:t>誰でもできる・誰もが助かるサービス</a:t>
            </a:r>
            <a:endParaRPr dirty="0"/>
          </a:p>
          <a:p>
            <a:r>
              <a:rPr dirty="0" err="1"/>
              <a:t>観光地の未来を守る持続可能なしくみ</a:t>
            </a:r>
            <a:endParaRPr dirty="0"/>
          </a:p>
          <a:p>
            <a:r>
              <a:rPr dirty="0"/>
              <a:t>→「</a:t>
            </a:r>
            <a:r>
              <a:rPr dirty="0" err="1"/>
              <a:t>ポイッとクリーン」で街も心もキレイに</a:t>
            </a:r>
            <a:r>
              <a:rPr dirty="0"/>
              <a:t>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139</Words>
  <Application>Microsoft Office PowerPoint</Application>
  <PresentationFormat>画面に合わせる 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ポイッとクリーン</vt:lpstr>
      <vt:lpstr>目次</vt:lpstr>
      <vt:lpstr>課題認識</vt:lpstr>
      <vt:lpstr>サービス概要</vt:lpstr>
      <vt:lpstr>ビジネスモデル</vt:lpstr>
      <vt:lpstr>顧客のメリット</vt:lpstr>
      <vt:lpstr>事業者側のメリット</vt:lpstr>
      <vt:lpstr>初期費用・運用コスト</vt:lpstr>
      <vt:lpstr>今後の展望・差別化</vt:lpstr>
      <vt:lpstr>まとめ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yamamoto.h</cp:lastModifiedBy>
  <cp:revision>3</cp:revision>
  <dcterms:created xsi:type="dcterms:W3CDTF">2013-01-27T09:14:16Z</dcterms:created>
  <dcterms:modified xsi:type="dcterms:W3CDTF">2025-06-09T04:25:48Z</dcterms:modified>
  <cp:category/>
</cp:coreProperties>
</file>